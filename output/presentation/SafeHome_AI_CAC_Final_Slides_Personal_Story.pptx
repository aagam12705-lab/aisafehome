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2f99f6592842eb" /><Relationship Type="http://schemas.openxmlformats.org/officeDocument/2006/relationships/extended-properties" Target="/docProps/app.xml" Id="R041545c1a3924553" /><Relationship Type="http://schemas.openxmlformats.org/officeDocument/2006/relationships/officeDocument" Target="/ppt/presentation.xml" Id="Red48a9f5a27c4746" /></Relationships>
</file>

<file path=ppt/presentation.xml><?xml version="1.0" encoding="utf-8"?>
<p:presentation xmlns:p="http://schemas.openxmlformats.org/presentationml/2006/main">
  <p:sldMasterIdLst>
    <p:sldMasterId xmlns:r="http://schemas.openxmlformats.org/officeDocument/2006/relationships" id="2147483648" r:id="R2cfd8d7fa04043f0"/>
  </p:sldMasterIdLst>
  <p:notesMasterIdLst>
    <p:notesMasterId xmlns:r="http://schemas.openxmlformats.org/officeDocument/2006/relationships" r:id="Rd99a27ef62394462"/>
  </p:notesMasterIdLst>
  <p:sldIdLst>
    <p:sldId xmlns:r="http://schemas.openxmlformats.org/officeDocument/2006/relationships" id="256" r:id="R39f6e1cf27404e5a"/>
    <p:sldId xmlns:r="http://schemas.openxmlformats.org/officeDocument/2006/relationships" id="257" r:id="R910e13141e434b91"/>
    <p:sldId xmlns:r="http://schemas.openxmlformats.org/officeDocument/2006/relationships" id="258" r:id="R4f894d4447a441b5"/>
    <p:sldId xmlns:r="http://schemas.openxmlformats.org/officeDocument/2006/relationships" id="259" r:id="R829f45a7ffd34710"/>
    <p:sldId xmlns:r="http://schemas.openxmlformats.org/officeDocument/2006/relationships" id="260" r:id="R87c80903df554d6f"/>
    <p:sldId xmlns:r="http://schemas.openxmlformats.org/officeDocument/2006/relationships" id="261" r:id="R6345a73b78834f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84ef5ce3b24609" /><Relationship Type="http://schemas.openxmlformats.org/officeDocument/2006/relationships/slideMaster" Target="/ppt/slideMasters/slideMaster1.xml" Id="R2cfd8d7fa04043f0" /><Relationship Type="http://schemas.openxmlformats.org/officeDocument/2006/relationships/notesMaster" Target="/ppt/notesMasters/notesMaster1.xml" Id="Rd99a27ef62394462" /><Relationship Type="http://schemas.openxmlformats.org/officeDocument/2006/relationships/presProps" Target="/ppt/presProps.xml" Id="R54da2e6318854369" /><Relationship Type="http://schemas.openxmlformats.org/officeDocument/2006/relationships/tableStyles" Target="/ppt/tableStyles.xml" Id="R7b8ac2a369664fe6" /><Relationship Type="http://schemas.openxmlformats.org/officeDocument/2006/relationships/slide" Target="/ppt/slides/slide1.xml" Id="R39f6e1cf27404e5a" /><Relationship Type="http://schemas.openxmlformats.org/officeDocument/2006/relationships/slide" Target="/ppt/slides/slide2.xml" Id="R910e13141e434b91" /><Relationship Type="http://schemas.openxmlformats.org/officeDocument/2006/relationships/slide" Target="/ppt/slides/slide3.xml" Id="R4f894d4447a441b5" /><Relationship Type="http://schemas.openxmlformats.org/officeDocument/2006/relationships/slide" Target="/ppt/slides/slide4.xml" Id="R829f45a7ffd34710" /><Relationship Type="http://schemas.openxmlformats.org/officeDocument/2006/relationships/slide" Target="/ppt/slides/slide5.xml" Id="R87c80903df554d6f" /><Relationship Type="http://schemas.openxmlformats.org/officeDocument/2006/relationships/slide" Target="/ppt/slides/slide6.xml" Id="R6345a73b78834f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740ef4b1e444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2e6d40cbfa472e" /><Relationship Type="http://schemas.openxmlformats.org/officeDocument/2006/relationships/notesMaster" Target="/ppt/notesMasters/notesMaster1.xml" Id="R0d14d69d129a44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7102004c09458d" /><Relationship Type="http://schemas.openxmlformats.org/officeDocument/2006/relationships/notesMaster" Target="/ppt/notesMasters/notesMaster1.xml" Id="Rb2f486aba72548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8e6a94882340f8" /><Relationship Type="http://schemas.openxmlformats.org/officeDocument/2006/relationships/notesMaster" Target="/ppt/notesMasters/notesMaster1.xml" Id="Rd7b9b1cf6fa74e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6332043e7e4999" /><Relationship Type="http://schemas.openxmlformats.org/officeDocument/2006/relationships/notesMaster" Target="/ppt/notesMasters/notesMaster1.xml" Id="Rb94e3d118698418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72a1dd9e324385" /><Relationship Type="http://schemas.openxmlformats.org/officeDocument/2006/relationships/notesMaster" Target="/ppt/notesMasters/notesMaster1.xml" Id="Rdc8a5e49b1df40a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cff0c761ae410b" /><Relationship Type="http://schemas.openxmlformats.org/officeDocument/2006/relationships/notesMaster" Target="/ppt/notesMasters/notesMaster1.xml" Id="R46ddd5c131794c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0:00-0:12 (12 seconds)</a:t>
            </a:r>
          </a:p>
          <a:p xmlns:a="http://schemas.openxmlformats.org/drawingml/2006/main">
            <a:r>
              <a:t/>
            </a:r>
          </a:p>
          <a:p xmlns:a="http://schemas.openxmlformats.org/drawingml/2006/main">
            <a:r>
              <a:t>NARRATION</a:t>
            </a:r>
          </a:p>
          <a:p xmlns:a="http://schemas.openxmlformats.org/drawingml/2006/main">
            <a:r>
              <a:t>A fall can begin with one overlooked cord. I am Aagam Jain, and I built SafeHome AI to help older adults and caregivers notice everyday risks sooner.</a:t>
            </a:r>
          </a:p>
          <a:p xmlns:a="http://schemas.openxmlformats.org/drawingml/2006/main">
            <a:r>
              <a:t/>
            </a:r>
          </a:p>
          <a:p xmlns:a="http://schemas.openxmlformats.org/drawingml/2006/main">
            <a:r>
              <a:t>NEXT APP CLIP</a:t>
            </a:r>
          </a:p>
          <a:p xmlns:a="http://schemas.openxmlformats.org/drawingml/2006/main">
            <a:r>
              <a:t>0:12-0:32 - Clip A: Use two prepared shots. First show room selection. Cut to the uploaded photo and begin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0:32-0:44 (12 seconds)</a:t>
            </a:r>
          </a:p>
          <a:p xmlns:a="http://schemas.openxmlformats.org/drawingml/2006/main">
            <a:r>
              <a:t/>
            </a:r>
          </a:p>
          <a:p xmlns:a="http://schemas.openxmlformats.org/drawingml/2006/main">
            <a:r>
              <a:t>NARRATION</a:t>
            </a:r>
          </a:p>
          <a:p xmlns:a="http://schemas.openxmlformats.org/drawingml/2006/main">
            <a:r>
              <a:t>Instead of a long checklist, SafeHome AI starts with the room and asks only what the image cannot answer. An account adds progress, comparisons, and sharing.</a:t>
            </a:r>
          </a:p>
          <a:p xmlns:a="http://schemas.openxmlformats.org/drawingml/2006/main">
            <a:r>
              <a:t/>
            </a:r>
          </a:p>
          <a:p xmlns:a="http://schemas.openxmlformats.org/drawingml/2006/main">
            <a:r>
              <a:t>NEXT APP CLIP</a:t>
            </a:r>
          </a:p>
          <a:p xmlns:a="http://schemas.openxmlformats.org/drawingml/2006/main">
            <a:r>
              <a:t>0:44-1:14 - Clip B: Use three prepared shots: marked evidence, one follow-up question, and the completed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1:14-1:30 (16 seconds)</a:t>
            </a:r>
          </a:p>
          <a:p xmlns:a="http://schemas.openxmlformats.org/drawingml/2006/main">
            <a:r>
              <a:t/>
            </a:r>
          </a:p>
          <a:p xmlns:a="http://schemas.openxmlformats.org/drawingml/2006/main">
            <a:r>
              <a:t>NARRATION</a:t>
            </a:r>
          </a:p>
          <a:p xmlns:a="http://schemas.openxmlformats.org/drawingml/2006/main">
            <a:r>
              <a:t>I built the app with Python, Streamlit, and CSS. Vision AI locates evidence, while my validation layer checks categories, clamps points, and uses fallbacks. Supabase stores history, Brevo sends text-only summaries, and photos are never saved.</a:t>
            </a:r>
          </a:p>
          <a:p xmlns:a="http://schemas.openxmlformats.org/drawingml/2006/main">
            <a:r>
              <a:t/>
            </a:r>
          </a:p>
          <a:p xmlns:a="http://schemas.openxmlformats.org/drawingml/2006/main">
            <a:r>
              <a:t>NEXT APP CLIP</a:t>
            </a:r>
          </a:p>
          <a:p xmlns:a="http://schemas.openxmlformats.org/drawingml/2006/main">
            <a:r>
              <a:t>1:30-1:50 - Clip C: Use two prepared shots: the safety plan and the completed before-and-after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1:50-2:05 (15 seconds)</a:t>
            </a:r>
          </a:p>
          <a:p xmlns:a="http://schemas.openxmlformats.org/drawingml/2006/main">
            <a:r>
              <a:t/>
            </a:r>
          </a:p>
          <a:p xmlns:a="http://schemas.openxmlformats.org/drawingml/2006/main">
            <a:r>
              <a:t>NARRATION</a:t>
            </a:r>
          </a:p>
          <a:p xmlns:a="http://schemas.openxmlformats.org/drawingml/2006/main">
            <a:r>
              <a:t>The hardest problem was inconsistent AI scoring. I solved it by limiting hazards to one through fifteen points, adding confirmed follow-up concerns, using category fallbacks, and capping the room at one hundred.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2:05-2:20 (15 seconds)</a:t>
            </a:r>
          </a:p>
          <a:p xmlns:a="http://schemas.openxmlformats.org/drawingml/2006/main">
            <a:r>
              <a:t/>
            </a:r>
          </a:p>
          <a:p xmlns:a="http://schemas.openxmlformats.org/drawingml/2006/main">
            <a:r>
              <a:t>NARRATION</a:t>
            </a:r>
          </a:p>
          <a:p xmlns:a="http://schemas.openxmlformats.org/drawingml/2006/main">
            <a:r>
              <a:t>For validation, I labeled thirty-five hazards across ten staged photos before running the app. It found thirty-four. AI can still miss small details, so every result keeps human review explicit.</a:t>
            </a:r>
          </a:p>
          <a:p xmlns:a="http://schemas.openxmlformats.org/drawingml/2006/main">
            <a:r>
              <a:t/>
            </a:r>
          </a:p>
          <a:p xmlns:a="http://schemas.openxmlformats.org/drawingml/2006/main">
            <a:r>
              <a:t>NEXT APP CLIP</a:t>
            </a:r>
          </a:p>
          <a:p xmlns:a="http://schemas.openxmlformats.org/drawingml/2006/main">
            <a:r>
              <a:t>2:20-2:45 - Clip D: Use three prepared shots: dashboard and trend, add a recipient field, and Accessibility.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TIMING</a:t>
            </a:r>
          </a:p>
          <a:p xmlns:a="http://schemas.openxmlformats.org/drawingml/2006/main">
            <a:r>
              <a:t>2:45-3:00 (15 seconds)</a:t>
            </a:r>
          </a:p>
          <a:p xmlns:a="http://schemas.openxmlformats.org/drawingml/2006/main">
            <a:r>
              <a:t/>
            </a:r>
          </a:p>
          <a:p xmlns:a="http://schemas.openxmlformats.org/drawingml/2006/main">
            <a:r>
              <a:t>NARRATION</a:t>
            </a:r>
          </a:p>
          <a:p xmlns:a="http://schemas.openxmlformats.org/drawingml/2006/main">
            <a:r>
              <a:t>I have also used SafeHome AI in more than two hundred rooms belonging to friends and family, and they found the results extremely useful. My goal is to help more families catch risks sooner.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ea739ce6cf4ce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739aabf4b3147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2856f0b4b14d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1147f20f390455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edae37f85948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ccec2a073f4c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508EC8-7F68-4947-B5B9-42244D4A03C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D09F65-F21C-460D-A7A4-5847BF79736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34259D-6085-4379-93EB-B45A52AA78E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DC3BED-C410-4A12-A10C-052BF64342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03F2C3-5C4D-4FF1-B2E4-680D2240DEF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A1D5CA2-4C26-4AA6-A1EE-A6CBFCD9E4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1C53C4-F337-47C9-AFC8-67E6963343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9669F0-145B-470F-98B8-51E440BFE1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9B4D5A2-8DBA-4A2B-9BB6-7A870326C5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4EB48F-1131-4BED-BAD0-0D7F00AEF0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8b744b5d274ba8" /><Relationship Type="http://schemas.openxmlformats.org/officeDocument/2006/relationships/slideLayout" Target="/ppt/slideLayouts/slideLayout1.xml" Id="R7d6c3f04a4284942" /><Relationship Type="http://schemas.openxmlformats.org/officeDocument/2006/relationships/slideLayout" Target="/ppt/slideLayouts/slideLayout2.xml" Id="R64c8df1fcada44c4" /><Relationship Type="http://schemas.openxmlformats.org/officeDocument/2006/relationships/slideLayout" Target="/ppt/slideLayouts/slideLayout3.xml" Id="R6d39c6016b434d94" /><Relationship Type="http://schemas.openxmlformats.org/officeDocument/2006/relationships/slideLayout" Target="/ppt/slideLayouts/slideLayout4.xml" Id="Rcdbfe5782c3441e6" /><Relationship Type="http://schemas.openxmlformats.org/officeDocument/2006/relationships/slideLayout" Target="/ppt/slideLayouts/slideLayout5.xml" Id="R49d640f314a44ede" /><Relationship Type="http://schemas.openxmlformats.org/officeDocument/2006/relationships/slideLayout" Target="/ppt/slideLayouts/slideLayout6.xml" Id="Rfd26b9ee36a343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6c3f04a4284942"/>
    <p:sldLayoutId xmlns:r="http://schemas.openxmlformats.org/officeDocument/2006/relationships" id="2147483650" r:id="R64c8df1fcada44c4"/>
    <p:sldLayoutId xmlns:r="http://schemas.openxmlformats.org/officeDocument/2006/relationships" id="2147483651" r:id="R6d39c6016b434d94"/>
    <p:sldLayoutId xmlns:r="http://schemas.openxmlformats.org/officeDocument/2006/relationships" id="2147483652" r:id="Rcdbfe5782c3441e6"/>
    <p:sldLayoutId xmlns:r="http://schemas.openxmlformats.org/officeDocument/2006/relationships" id="2147483653" r:id="R49d640f314a44ede"/>
    <p:sldLayoutId xmlns:r="http://schemas.openxmlformats.org/officeDocument/2006/relationships" id="2147483654" r:id="Rfd26b9ee36a343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436b17cd9bd433b" /><Relationship Type="http://schemas.openxmlformats.org/officeDocument/2006/relationships/notesSlide" Target="/ppt/notesSlides/notesSlide1.xml" Id="R4a9651c356bb46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4a25b50e734adc" /><Relationship Type="http://schemas.openxmlformats.org/officeDocument/2006/relationships/notesSlide" Target="/ppt/notesSlides/notesSlide2.xml" Id="R4d902611ba4047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9c24daf194a407a" /><Relationship Type="http://schemas.openxmlformats.org/officeDocument/2006/relationships/notesSlide" Target="/ppt/notesSlides/notesSlide3.xml" Id="R619b3fc6db2c44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70764f5c244ffb" /><Relationship Type="http://schemas.openxmlformats.org/officeDocument/2006/relationships/notesSlide" Target="/ppt/notesSlides/notesSlide4.xml" Id="R9bbe5d98a5bd45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0a763b1e7f24693" /><Relationship Type="http://schemas.openxmlformats.org/officeDocument/2006/relationships/notesSlide" Target="/ppt/notesSlides/notesSlide5.xml" Id="Rf698c4a0f4e946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52f3ae720a548ab" /><Relationship Type="http://schemas.openxmlformats.org/officeDocument/2006/relationships/image" Target="/ppt/media/image.png" Id="Rcf3d5f9ea58543f5" /><Relationship Type="http://schemas.openxmlformats.org/officeDocument/2006/relationships/notesSlide" Target="/ppt/notesSlides/notesSlide6.xml" Id="R3d2a0a907c214e28" /></Relationships>
</file>

<file path=ppt/slides/slide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3AA9E4-6893-45DA-9A00-66EEE0A6361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AB4087-D72F-4161-8A41-C4713F8CA5EE}"/>
              </a:ext>
            </a:extLst>
          </p:cNvPr>
          <p:cNvSpPr>
            <a:spLocks xmlns:a="http://schemas.openxmlformats.org/drawingml/2006/main" noGrp="1"/>
          </p:cNvSpPr>
          <p:nvPr/>
        </p:nvSpPr>
        <p:spPr>
          <a:xfrm xmlns:a="http://schemas.openxmlformats.org/drawingml/2006/main">
            <a:off x="628650" y="1047750"/>
            <a:ext cx="676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3900" b="1">
                <a:solidFill>
                  <a:srgbClr val="203247"/>
                </a:solidFill>
              </a:defRPr>
            </a:defPPr>
            <a:lvl1pPr algn="l">
              <a:defRPr sz="3900" b="1">
                <a:solidFill>
                  <a:srgbClr val="203247"/>
                </a:solidFill>
              </a:defRPr>
            </a:lvl1pPr>
            <a:lvl2pPr algn="l">
              <a:defRPr sz="3900" b="1">
                <a:solidFill>
                  <a:srgbClr val="203247"/>
                </a:solidFill>
              </a:defRPr>
            </a:lvl2pPr>
            <a:lvl3pPr algn="l">
              <a:defRPr sz="3900" b="1">
                <a:solidFill>
                  <a:srgbClr val="203247"/>
                </a:solidFill>
              </a:defRPr>
            </a:lvl3pPr>
            <a:lvl4pPr algn="l">
              <a:defRPr sz="3900" b="1">
                <a:solidFill>
                  <a:srgbClr val="203247"/>
                </a:solidFill>
              </a:defRPr>
            </a:lvl4pPr>
            <a:lvl5pPr algn="l">
              <a:defRPr sz="3900" b="1">
                <a:solidFill>
                  <a:srgbClr val="203247"/>
                </a:solidFill>
              </a:defRPr>
            </a:lvl5pPr>
            <a:lvl6pPr algn="l">
              <a:defRPr sz="3900" b="1">
                <a:solidFill>
                  <a:srgbClr val="203247"/>
                </a:solidFill>
              </a:defRPr>
            </a:lvl6pPr>
            <a:lvl7pPr algn="l">
              <a:defRPr sz="3900" b="1">
                <a:solidFill>
                  <a:srgbClr val="203247"/>
                </a:solidFill>
              </a:defRPr>
            </a:lvl7pPr>
            <a:lvl8pPr algn="l">
              <a:defRPr sz="3900" b="1">
                <a:solidFill>
                  <a:srgbClr val="203247"/>
                </a:solidFill>
              </a:defRPr>
            </a:lvl8pPr>
            <a:lvl9pPr algn="l">
              <a:defRPr sz="3900" b="1">
                <a:solidFill>
                  <a:srgbClr val="203247"/>
                </a:solidFill>
              </a:defRPr>
            </a:lvl9pPr>
          </a:lstStyle>
          <a:p xmlns:a="http://schemas.openxmlformats.org/drawingml/2006/main">
            <a:pPr algn="l">
              <a:defRPr sz="3900" b="1">
                <a:solidFill>
                  <a:srgbClr val="203247"/>
                </a:solidFill>
              </a:defRPr>
            </a:pPr>
            <a:r>
              <a:rPr sz="3900" b="1">
                <a:solidFill>
                  <a:srgbClr val="203247"/>
                </a:solidFill>
              </a:rPr>
              <a:t>SafeHome AI</a:t>
            </a:r>
          </a:p>
        </p:txBody>
      </p:sp>
      <p:sp>
        <p:nvSpPr>
          <p:cNvPr id="3" name="">
            <a:extLst xmlns:a="http://schemas.openxmlformats.org/drawingml/2006/main">
              <a:ext uri="{FF2B5EF4-FFF2-40B4-BE49-F238E27FC236}">
                <a16:creationId xmlns:a16="http://schemas.microsoft.com/office/drawing/2014/main" id="{1FF7B834-70B4-42C9-ACE8-4706A6CA5FD0}"/>
              </a:ext>
            </a:extLst>
          </p:cNvPr>
          <p:cNvSpPr>
            <a:spLocks xmlns:a="http://schemas.openxmlformats.org/drawingml/2006/main" noGrp="1"/>
          </p:cNvSpPr>
          <p:nvPr/>
        </p:nvSpPr>
        <p:spPr>
          <a:xfrm xmlns:a="http://schemas.openxmlformats.org/drawingml/2006/main">
            <a:off x="628650" y="1952625"/>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875" b="0">
                <a:solidFill>
                  <a:srgbClr val="59677A"/>
                </a:solidFill>
              </a:defRPr>
            </a:defPPr>
            <a:lvl1pPr algn="l">
              <a:defRPr sz="1875" b="0">
                <a:solidFill>
                  <a:srgbClr val="59677A"/>
                </a:solidFill>
              </a:defRPr>
            </a:lvl1pPr>
            <a:lvl2pPr algn="l">
              <a:defRPr sz="1875" b="0">
                <a:solidFill>
                  <a:srgbClr val="59677A"/>
                </a:solidFill>
              </a:defRPr>
            </a:lvl2pPr>
            <a:lvl3pPr algn="l">
              <a:defRPr sz="1875" b="0">
                <a:solidFill>
                  <a:srgbClr val="59677A"/>
                </a:solidFill>
              </a:defRPr>
            </a:lvl3pPr>
            <a:lvl4pPr algn="l">
              <a:defRPr sz="1875" b="0">
                <a:solidFill>
                  <a:srgbClr val="59677A"/>
                </a:solidFill>
              </a:defRPr>
            </a:lvl4pPr>
            <a:lvl5pPr algn="l">
              <a:defRPr sz="1875" b="0">
                <a:solidFill>
                  <a:srgbClr val="59677A"/>
                </a:solidFill>
              </a:defRPr>
            </a:lvl5pPr>
            <a:lvl6pPr algn="l">
              <a:defRPr sz="1875" b="0">
                <a:solidFill>
                  <a:srgbClr val="59677A"/>
                </a:solidFill>
              </a:defRPr>
            </a:lvl6pPr>
            <a:lvl7pPr algn="l">
              <a:defRPr sz="1875" b="0">
                <a:solidFill>
                  <a:srgbClr val="59677A"/>
                </a:solidFill>
              </a:defRPr>
            </a:lvl7pPr>
            <a:lvl8pPr algn="l">
              <a:defRPr sz="1875" b="0">
                <a:solidFill>
                  <a:srgbClr val="59677A"/>
                </a:solidFill>
              </a:defRPr>
            </a:lvl8pPr>
            <a:lvl9pPr algn="l">
              <a:defRPr sz="1875" b="0">
                <a:solidFill>
                  <a:srgbClr val="59677A"/>
                </a:solidFill>
              </a:defRPr>
            </a:lvl9pPr>
          </a:lstStyle>
          <a:p xmlns:a="http://schemas.openxmlformats.org/drawingml/2006/main">
            <a:pPr algn="l">
              <a:defRPr sz="1875" b="0">
                <a:solidFill>
                  <a:srgbClr val="59677A"/>
                </a:solidFill>
              </a:defRPr>
            </a:pPr>
            <a:r>
              <a:rPr sz="1875" b="0">
                <a:solidFill>
                  <a:srgbClr val="59677A"/>
                </a:solidFill>
              </a:rPr>
              <a:t>One room photo becomes a prioritized home-safety plan for older adults, families, and caregivers.</a:t>
            </a:r>
          </a:p>
        </p:txBody>
      </p:sp>
      <p:sp>
        <p:nvSpPr>
          <p:cNvPr id="4" name="">
            <a:extLst xmlns:a="http://schemas.openxmlformats.org/drawingml/2006/main">
              <a:ext uri="{FF2B5EF4-FFF2-40B4-BE49-F238E27FC236}">
                <a16:creationId xmlns:a16="http://schemas.microsoft.com/office/drawing/2014/main" id="{AAEF248E-AD6F-4BA3-8894-9BD3A92AE115}"/>
              </a:ext>
            </a:extLst>
          </p:cNvPr>
          <p:cNvSpPr>
            <a:spLocks xmlns:a="http://schemas.openxmlformats.org/drawingml/2006/main" noGrp="1"/>
          </p:cNvSpPr>
          <p:nvPr/>
        </p:nvSpPr>
        <p:spPr>
          <a:xfrm xmlns:a="http://schemas.openxmlformats.org/drawingml/2006/main">
            <a:off x="628650" y="30480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575" b="1">
                <a:solidFill>
                  <a:srgbClr val="1E5D78"/>
                </a:solidFill>
              </a:defRPr>
            </a:defPPr>
            <a:lvl1pPr algn="l">
              <a:defRPr sz="1575" b="1">
                <a:solidFill>
                  <a:srgbClr val="1E5D78"/>
                </a:solidFill>
              </a:defRPr>
            </a:lvl1pPr>
            <a:lvl2pPr algn="l">
              <a:defRPr sz="1575" b="1">
                <a:solidFill>
                  <a:srgbClr val="1E5D78"/>
                </a:solidFill>
              </a:defRPr>
            </a:lvl2pPr>
            <a:lvl3pPr algn="l">
              <a:defRPr sz="1575" b="1">
                <a:solidFill>
                  <a:srgbClr val="1E5D78"/>
                </a:solidFill>
              </a:defRPr>
            </a:lvl3pPr>
            <a:lvl4pPr algn="l">
              <a:defRPr sz="1575" b="1">
                <a:solidFill>
                  <a:srgbClr val="1E5D78"/>
                </a:solidFill>
              </a:defRPr>
            </a:lvl4pPr>
            <a:lvl5pPr algn="l">
              <a:defRPr sz="1575" b="1">
                <a:solidFill>
                  <a:srgbClr val="1E5D78"/>
                </a:solidFill>
              </a:defRPr>
            </a:lvl5pPr>
            <a:lvl6pPr algn="l">
              <a:defRPr sz="1575" b="1">
                <a:solidFill>
                  <a:srgbClr val="1E5D78"/>
                </a:solidFill>
              </a:defRPr>
            </a:lvl6pPr>
            <a:lvl7pPr algn="l">
              <a:defRPr sz="1575" b="1">
                <a:solidFill>
                  <a:srgbClr val="1E5D78"/>
                </a:solidFill>
              </a:defRPr>
            </a:lvl7pPr>
            <a:lvl8pPr algn="l">
              <a:defRPr sz="1575" b="1">
                <a:solidFill>
                  <a:srgbClr val="1E5D78"/>
                </a:solidFill>
              </a:defRPr>
            </a:lvl8pPr>
            <a:lvl9pPr algn="l">
              <a:defRPr sz="1575" b="1">
                <a:solidFill>
                  <a:srgbClr val="1E5D78"/>
                </a:solidFill>
              </a:defRPr>
            </a:lvl9pPr>
          </a:lstStyle>
          <a:p xmlns:a="http://schemas.openxmlformats.org/drawingml/2006/main">
            <a:pPr algn="l">
              <a:defRPr sz="1575" b="1">
                <a:solidFill>
                  <a:srgbClr val="1E5D78"/>
                </a:solidFill>
              </a:defRPr>
            </a:pPr>
            <a:r>
              <a:rPr sz="1575" b="1">
                <a:solidFill>
                  <a:srgbClr val="1E5D78"/>
                </a:solidFill>
              </a:rPr>
              <a:t>Created by Aagam Jain</a:t>
            </a:r>
          </a:p>
        </p:txBody>
      </p:sp>
      <p:sp>
        <p:nvSpPr>
          <p:cNvPr id="5" name="">
            <a:extLst xmlns:a="http://schemas.openxmlformats.org/drawingml/2006/main">
              <a:ext uri="{FF2B5EF4-FFF2-40B4-BE49-F238E27FC236}">
                <a16:creationId xmlns:a16="http://schemas.microsoft.com/office/drawing/2014/main" id="{C567C289-CF05-4713-85D7-0B2551546194}"/>
              </a:ext>
            </a:extLst>
          </p:cNvPr>
          <p:cNvSpPr>
            <a:spLocks xmlns:a="http://schemas.openxmlformats.org/drawingml/2006/main" noGrp="1"/>
          </p:cNvSpPr>
          <p:nvPr/>
        </p:nvSpPr>
        <p:spPr>
          <a:xfrm xmlns:a="http://schemas.openxmlformats.org/drawingml/2006/main">
            <a:off x="628650" y="3771900"/>
            <a:ext cx="4762500" cy="6667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7E0188A-4ECE-41C1-A245-07566371A667}"/>
              </a:ext>
            </a:extLst>
          </p:cNvPr>
          <p:cNvSpPr>
            <a:spLocks xmlns:a="http://schemas.openxmlformats.org/drawingml/2006/main" noGrp="1"/>
          </p:cNvSpPr>
          <p:nvPr/>
        </p:nvSpPr>
        <p:spPr>
          <a:xfrm xmlns:a="http://schemas.openxmlformats.org/drawingml/2006/main">
            <a:off x="8096250" y="1200150"/>
            <a:ext cx="2857500" cy="3714750"/>
          </a:xfrm>
          <a:prstGeom xmlns:a="http://schemas.openxmlformats.org/drawingml/2006/main" prst="roundRect">
            <a:avLst>
              <a:gd name="adj" fmla="val 2667"/>
            </a:avLst>
          </a:prstGeom>
          <a:solidFill xmlns:a="http://schemas.openxmlformats.org/drawingml/2006/main">
            <a:srgbClr val="E3EEF1"/>
          </a:solidFill>
          <a:ln xmlns:a="http://schemas.openxmlformats.org/drawingml/2006/main" w="9525">
            <a:solidFill>
              <a:srgbClr val="D8D3CA"/>
            </a:solidFill>
            <a:prstDash val="solid"/>
          </a:ln>
        </p:spPr>
      </p:sp>
      <p:sp>
        <p:nvSpPr>
          <p:cNvPr id="7" name="">
            <a:extLst xmlns:a="http://schemas.openxmlformats.org/drawingml/2006/main">
              <a:ext uri="{FF2B5EF4-FFF2-40B4-BE49-F238E27FC236}">
                <a16:creationId xmlns:a16="http://schemas.microsoft.com/office/drawing/2014/main" id="{EA122A5C-1B09-4654-BE2F-3DDF01ACF223}"/>
              </a:ext>
            </a:extLst>
          </p:cNvPr>
          <p:cNvSpPr>
            <a:spLocks xmlns:a="http://schemas.openxmlformats.org/drawingml/2006/main" noGrp="1"/>
          </p:cNvSpPr>
          <p:nvPr/>
        </p:nvSpPr>
        <p:spPr>
          <a:xfrm xmlns:a="http://schemas.openxmlformats.org/drawingml/2006/main">
            <a:off x="8096250" y="1809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START HERE</a:t>
            </a:r>
          </a:p>
        </p:txBody>
      </p:sp>
      <p:sp>
        <p:nvSpPr>
          <p:cNvPr id="8" name="">
            <a:extLst xmlns:a="http://schemas.openxmlformats.org/drawingml/2006/main">
              <a:ext uri="{FF2B5EF4-FFF2-40B4-BE49-F238E27FC236}">
                <a16:creationId xmlns:a16="http://schemas.microsoft.com/office/drawing/2014/main" id="{46FEE48B-915C-4EF5-874C-0EF836E8C616}"/>
              </a:ext>
            </a:extLst>
          </p:cNvPr>
          <p:cNvSpPr>
            <a:spLocks xmlns:a="http://schemas.openxmlformats.org/drawingml/2006/main" noGrp="1"/>
          </p:cNvSpPr>
          <p:nvPr/>
        </p:nvSpPr>
        <p:spPr>
          <a:xfrm xmlns:a="http://schemas.openxmlformats.org/drawingml/2006/main">
            <a:off x="8477250" y="2495550"/>
            <a:ext cx="209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025" b="1">
                <a:solidFill>
                  <a:srgbClr val="203247"/>
                </a:solidFill>
              </a:defRPr>
            </a:defPPr>
            <a:lvl1pPr algn="ctr">
              <a:defRPr sz="2025" b="1">
                <a:solidFill>
                  <a:srgbClr val="203247"/>
                </a:solidFill>
              </a:defRPr>
            </a:lvl1pPr>
            <a:lvl2pPr algn="ctr">
              <a:defRPr sz="2025" b="1">
                <a:solidFill>
                  <a:srgbClr val="203247"/>
                </a:solidFill>
              </a:defRPr>
            </a:lvl2pPr>
            <a:lvl3pPr algn="ctr">
              <a:defRPr sz="2025" b="1">
                <a:solidFill>
                  <a:srgbClr val="203247"/>
                </a:solidFill>
              </a:defRPr>
            </a:lvl3pPr>
            <a:lvl4pPr algn="ctr">
              <a:defRPr sz="2025" b="1">
                <a:solidFill>
                  <a:srgbClr val="203247"/>
                </a:solidFill>
              </a:defRPr>
            </a:lvl4pPr>
            <a:lvl5pPr algn="ctr">
              <a:defRPr sz="2025" b="1">
                <a:solidFill>
                  <a:srgbClr val="203247"/>
                </a:solidFill>
              </a:defRPr>
            </a:lvl5pPr>
            <a:lvl6pPr algn="ctr">
              <a:defRPr sz="2025" b="1">
                <a:solidFill>
                  <a:srgbClr val="203247"/>
                </a:solidFill>
              </a:defRPr>
            </a:lvl6pPr>
            <a:lvl7pPr algn="ctr">
              <a:defRPr sz="2025" b="1">
                <a:solidFill>
                  <a:srgbClr val="203247"/>
                </a:solidFill>
              </a:defRPr>
            </a:lvl7pPr>
            <a:lvl8pPr algn="ctr">
              <a:defRPr sz="2025" b="1">
                <a:solidFill>
                  <a:srgbClr val="203247"/>
                </a:solidFill>
              </a:defRPr>
            </a:lvl8pPr>
            <a:lvl9pPr algn="ctr">
              <a:defRPr sz="2025" b="1">
                <a:solidFill>
                  <a:srgbClr val="203247"/>
                </a:solidFill>
              </a:defRPr>
            </a:lvl9pPr>
          </a:lstStyle>
          <a:p xmlns:a="http://schemas.openxmlformats.org/drawingml/2006/main">
            <a:pPr algn="ctr">
              <a:defRPr sz="2025" b="1">
                <a:solidFill>
                  <a:srgbClr val="203247"/>
                </a:solidFill>
              </a:defRPr>
            </a:pPr>
            <a:r>
              <a:rPr sz="2025" b="1">
                <a:solidFill>
                  <a:srgbClr val="203247"/>
                </a:solidFill>
              </a:rPr>
              <a:t>Take or upload</a:t>
            </a:r>
          </a:p>
          <a:p xmlns:a="http://schemas.openxmlformats.org/drawingml/2006/main">
            <a:pPr algn="ctr">
              <a:defRPr sz="2025" b="1">
                <a:solidFill>
                  <a:srgbClr val="203247"/>
                </a:solidFill>
              </a:defRPr>
            </a:pPr>
            <a:r>
              <a:rPr sz="2025" b="1">
                <a:solidFill>
                  <a:srgbClr val="203247"/>
                </a:solidFill>
              </a:rPr>
              <a:t>a room photo</a:t>
            </a:r>
          </a:p>
        </p:txBody>
      </p:sp>
      <p:sp>
        <p:nvSpPr>
          <p:cNvPr id="9" name="">
            <a:extLst xmlns:a="http://schemas.openxmlformats.org/drawingml/2006/main">
              <a:ext uri="{FF2B5EF4-FFF2-40B4-BE49-F238E27FC236}">
                <a16:creationId xmlns:a16="http://schemas.microsoft.com/office/drawing/2014/main" id="{E5968325-835E-4771-9D25-7DF697BA3ED5}"/>
              </a:ext>
            </a:extLst>
          </p:cNvPr>
          <p:cNvSpPr>
            <a:spLocks xmlns:a="http://schemas.openxmlformats.org/drawingml/2006/main" noGrp="1"/>
          </p:cNvSpPr>
          <p:nvPr/>
        </p:nvSpPr>
        <p:spPr>
          <a:xfrm xmlns:a="http://schemas.openxmlformats.org/drawingml/2006/main">
            <a:off x="8858250" y="3638550"/>
            <a:ext cx="1333500" cy="47625"/>
          </a:xfrm>
          <a:prstGeom xmlns:a="http://schemas.openxmlformats.org/drawingml/2006/main" prst="rect">
            <a:avLst/>
          </a:prstGeom>
          <a:solidFill xmlns:a="http://schemas.openxmlformats.org/drawingml/2006/main">
            <a:srgbClr val="2F7D6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96ACFBA-27F4-4073-9C76-826D32B12329}"/>
              </a:ext>
            </a:extLst>
          </p:cNvPr>
          <p:cNvSpPr>
            <a:spLocks xmlns:a="http://schemas.openxmlformats.org/drawingml/2006/main" noGrp="1"/>
          </p:cNvSpPr>
          <p:nvPr/>
        </p:nvSpPr>
        <p:spPr>
          <a:xfrm xmlns:a="http://schemas.openxmlformats.org/drawingml/2006/main">
            <a:off x="8477250" y="392430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425" b="0">
                <a:solidFill>
                  <a:srgbClr val="59677A"/>
                </a:solidFill>
              </a:defRPr>
            </a:defPPr>
            <a:lvl1pPr algn="ctr">
              <a:defRPr sz="1425" b="0">
                <a:solidFill>
                  <a:srgbClr val="59677A"/>
                </a:solidFill>
              </a:defRPr>
            </a:lvl1pPr>
            <a:lvl2pPr algn="ctr">
              <a:defRPr sz="1425" b="0">
                <a:solidFill>
                  <a:srgbClr val="59677A"/>
                </a:solidFill>
              </a:defRPr>
            </a:lvl2pPr>
            <a:lvl3pPr algn="ctr">
              <a:defRPr sz="1425" b="0">
                <a:solidFill>
                  <a:srgbClr val="59677A"/>
                </a:solidFill>
              </a:defRPr>
            </a:lvl3pPr>
            <a:lvl4pPr algn="ctr">
              <a:defRPr sz="1425" b="0">
                <a:solidFill>
                  <a:srgbClr val="59677A"/>
                </a:solidFill>
              </a:defRPr>
            </a:lvl4pPr>
            <a:lvl5pPr algn="ctr">
              <a:defRPr sz="1425" b="0">
                <a:solidFill>
                  <a:srgbClr val="59677A"/>
                </a:solidFill>
              </a:defRPr>
            </a:lvl5pPr>
            <a:lvl6pPr algn="ctr">
              <a:defRPr sz="1425" b="0">
                <a:solidFill>
                  <a:srgbClr val="59677A"/>
                </a:solidFill>
              </a:defRPr>
            </a:lvl6pPr>
            <a:lvl7pPr algn="ctr">
              <a:defRPr sz="1425" b="0">
                <a:solidFill>
                  <a:srgbClr val="59677A"/>
                </a:solidFill>
              </a:defRPr>
            </a:lvl7pPr>
            <a:lvl8pPr algn="ctr">
              <a:defRPr sz="1425" b="0">
                <a:solidFill>
                  <a:srgbClr val="59677A"/>
                </a:solidFill>
              </a:defRPr>
            </a:lvl8pPr>
            <a:lvl9pPr algn="ctr">
              <a:defRPr sz="1425" b="0">
                <a:solidFill>
                  <a:srgbClr val="59677A"/>
                </a:solidFill>
              </a:defRPr>
            </a:lvl9pPr>
          </a:lstStyle>
          <a:p xmlns:a="http://schemas.openxmlformats.org/drawingml/2006/main">
            <a:pPr algn="ctr">
              <a:defRPr sz="1425" b="0">
                <a:solidFill>
                  <a:srgbClr val="59677A"/>
                </a:solidFill>
              </a:defRPr>
            </a:pPr>
            <a:r>
              <a:rPr sz="1425" b="0">
                <a:solidFill>
                  <a:srgbClr val="59677A"/>
                </a:solidFill>
              </a:rPr>
              <a:t>The app explains what it notices</a:t>
            </a:r>
          </a:p>
        </p:txBody>
      </p:sp>
      <p:sp>
        <p:nvSpPr>
          <p:cNvPr id="11" name="">
            <a:extLst xmlns:a="http://schemas.openxmlformats.org/drawingml/2006/main">
              <a:ext uri="{FF2B5EF4-FFF2-40B4-BE49-F238E27FC236}">
                <a16:creationId xmlns:a16="http://schemas.microsoft.com/office/drawing/2014/main" id="{7F11A8C3-3484-43D0-95CC-969F053CFB26}"/>
              </a:ext>
            </a:extLst>
          </p:cNvPr>
          <p:cNvSpPr>
            <a:spLocks xmlns:a="http://schemas.openxmlformats.org/drawingml/2006/main" noGrp="1"/>
          </p:cNvSpPr>
          <p:nvPr/>
        </p:nvSpPr>
        <p:spPr>
          <a:xfrm xmlns:a="http://schemas.openxmlformats.org/drawingml/2006/main">
            <a:off x="11334750" y="6429375"/>
            <a:ext cx="2667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1</a:t>
            </a:r>
          </a:p>
        </p:txBody>
      </p:sp>
    </p:spTree>
    <p:extLst>
      <p:ext uri="{BB962C8B-B14F-4D97-AF65-F5344CB8AC3E}">
        <p14:creationId xmlns:p14="http://schemas.microsoft.com/office/powerpoint/2010/main" val="590393225"/>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307BAE3-C82C-4362-A329-CD46206AA81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A29B3DF-F8E3-4170-8F80-4C55818BF92F}"/>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A faster alternative to a long checklist</a:t>
            </a:r>
          </a:p>
        </p:txBody>
      </p:sp>
      <p:sp>
        <p:nvSpPr>
          <p:cNvPr id="3" name="">
            <a:extLst xmlns:a="http://schemas.openxmlformats.org/drawingml/2006/main">
              <a:ext uri="{FF2B5EF4-FFF2-40B4-BE49-F238E27FC236}">
                <a16:creationId xmlns:a16="http://schemas.microsoft.com/office/drawing/2014/main" id="{4B47BB98-DB3F-4781-A66A-5C5E55B108F9}"/>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The app starts with visible evidence and asks only what the photo cannot answer.</a:t>
            </a:r>
          </a:p>
        </p:txBody>
      </p:sp>
      <p:sp>
        <p:nvSpPr>
          <p:cNvPr id="4" name="">
            <a:extLst xmlns:a="http://schemas.openxmlformats.org/drawingml/2006/main">
              <a:ext uri="{FF2B5EF4-FFF2-40B4-BE49-F238E27FC236}">
                <a16:creationId xmlns:a16="http://schemas.microsoft.com/office/drawing/2014/main" id="{2470FED1-5314-490E-B2B5-A42390DDF147}"/>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2</a:t>
            </a:r>
          </a:p>
        </p:txBody>
      </p:sp>
      <p:sp>
        <p:nvSpPr>
          <p:cNvPr id="5" name="">
            <a:extLst xmlns:a="http://schemas.openxmlformats.org/drawingml/2006/main">
              <a:ext uri="{FF2B5EF4-FFF2-40B4-BE49-F238E27FC236}">
                <a16:creationId xmlns:a16="http://schemas.microsoft.com/office/drawing/2014/main" id="{D5E2A72F-9586-41B3-A7B4-77CB47AB12C2}"/>
              </a:ext>
            </a:extLst>
          </p:cNvPr>
          <p:cNvSpPr>
            <a:spLocks xmlns:a="http://schemas.openxmlformats.org/drawingml/2006/main" noGrp="1"/>
          </p:cNvSpPr>
          <p:nvPr/>
        </p:nvSpPr>
        <p:spPr>
          <a:xfrm xmlns:a="http://schemas.openxmlformats.org/drawingml/2006/main">
            <a:off x="6096000" y="1952625"/>
            <a:ext cx="19050" cy="342900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E8AA25F-8805-4FC6-8716-7C2770C9DEB8}"/>
              </a:ext>
            </a:extLst>
          </p:cNvPr>
          <p:cNvSpPr>
            <a:spLocks xmlns:a="http://schemas.openxmlformats.org/drawingml/2006/main" noGrp="1"/>
          </p:cNvSpPr>
          <p:nvPr/>
        </p:nvSpPr>
        <p:spPr>
          <a:xfrm xmlns:a="http://schemas.openxmlformats.org/drawingml/2006/main">
            <a:off x="857250" y="1962150"/>
            <a:ext cx="114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FASTEST</a:t>
            </a:r>
          </a:p>
        </p:txBody>
      </p:sp>
      <p:sp>
        <p:nvSpPr>
          <p:cNvPr id="7" name="">
            <a:extLst xmlns:a="http://schemas.openxmlformats.org/drawingml/2006/main">
              <a:ext uri="{FF2B5EF4-FFF2-40B4-BE49-F238E27FC236}">
                <a16:creationId xmlns:a16="http://schemas.microsoft.com/office/drawing/2014/main" id="{20F71C3A-33FF-4CB0-8CDC-F2D4988A21A7}"/>
              </a:ext>
            </a:extLst>
          </p:cNvPr>
          <p:cNvSpPr>
            <a:spLocks xmlns:a="http://schemas.openxmlformats.org/drawingml/2006/main" noGrp="1"/>
          </p:cNvSpPr>
          <p:nvPr/>
        </p:nvSpPr>
        <p:spPr>
          <a:xfrm xmlns:a="http://schemas.openxmlformats.org/drawingml/2006/main">
            <a:off x="8572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Quick Safety Check</a:t>
            </a:r>
          </a:p>
        </p:txBody>
      </p:sp>
      <p:sp>
        <p:nvSpPr>
          <p:cNvPr id="8" name="">
            <a:extLst xmlns:a="http://schemas.openxmlformats.org/drawingml/2006/main">
              <a:ext uri="{FF2B5EF4-FFF2-40B4-BE49-F238E27FC236}">
                <a16:creationId xmlns:a16="http://schemas.microsoft.com/office/drawing/2014/main" id="{EBDD792E-33CB-4E03-B771-BE4FA3F907D1}"/>
              </a:ext>
            </a:extLst>
          </p:cNvPr>
          <p:cNvSpPr>
            <a:spLocks xmlns:a="http://schemas.openxmlformats.org/drawingml/2006/main" noGrp="1"/>
          </p:cNvSpPr>
          <p:nvPr/>
        </p:nvSpPr>
        <p:spPr>
          <a:xfrm xmlns:a="http://schemas.openxmlformats.org/drawingml/2006/main">
            <a:off x="8572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9" name="">
            <a:extLst xmlns:a="http://schemas.openxmlformats.org/drawingml/2006/main">
              <a:ext uri="{FF2B5EF4-FFF2-40B4-BE49-F238E27FC236}">
                <a16:creationId xmlns:a16="http://schemas.microsoft.com/office/drawing/2014/main" id="{2D1AD6C2-30E5-47AD-84AE-776E3DABCFB1}"/>
              </a:ext>
            </a:extLst>
          </p:cNvPr>
          <p:cNvSpPr>
            <a:spLocks xmlns:a="http://schemas.openxmlformats.org/drawingml/2006/main" noGrp="1"/>
          </p:cNvSpPr>
          <p:nvPr/>
        </p:nvSpPr>
        <p:spPr>
          <a:xfrm xmlns:a="http://schemas.openxmlformats.org/drawingml/2006/main">
            <a:off x="9906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10" name="">
            <a:extLst xmlns:a="http://schemas.openxmlformats.org/drawingml/2006/main">
              <a:ext uri="{FF2B5EF4-FFF2-40B4-BE49-F238E27FC236}">
                <a16:creationId xmlns:a16="http://schemas.microsoft.com/office/drawing/2014/main" id="{A2D804E1-FEF6-45F5-8C2E-7972BD77BD6A}"/>
              </a:ext>
            </a:extLst>
          </p:cNvPr>
          <p:cNvSpPr>
            <a:spLocks xmlns:a="http://schemas.openxmlformats.org/drawingml/2006/main" noGrp="1"/>
          </p:cNvSpPr>
          <p:nvPr/>
        </p:nvSpPr>
        <p:spPr>
          <a:xfrm xmlns:a="http://schemas.openxmlformats.org/drawingml/2006/main">
            <a:off x="14287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Choose room type</a:t>
            </a:r>
          </a:p>
        </p:txBody>
      </p:sp>
      <p:sp>
        <p:nvSpPr>
          <p:cNvPr id="11" name="">
            <a:extLst xmlns:a="http://schemas.openxmlformats.org/drawingml/2006/main">
              <a:ext uri="{FF2B5EF4-FFF2-40B4-BE49-F238E27FC236}">
                <a16:creationId xmlns:a16="http://schemas.microsoft.com/office/drawing/2014/main" id="{472029D4-2DC4-4476-94B6-B0D96DE2DD2B}"/>
              </a:ext>
            </a:extLst>
          </p:cNvPr>
          <p:cNvSpPr>
            <a:spLocks xmlns:a="http://schemas.openxmlformats.org/drawingml/2006/main" noGrp="1"/>
          </p:cNvSpPr>
          <p:nvPr/>
        </p:nvSpPr>
        <p:spPr>
          <a:xfrm xmlns:a="http://schemas.openxmlformats.org/drawingml/2006/main">
            <a:off x="28956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1FCC2F0-C8FB-4730-9BF0-09D46928E39E}"/>
              </a:ext>
            </a:extLst>
          </p:cNvPr>
          <p:cNvSpPr>
            <a:spLocks xmlns:a="http://schemas.openxmlformats.org/drawingml/2006/main" noGrp="1"/>
          </p:cNvSpPr>
          <p:nvPr/>
        </p:nvSpPr>
        <p:spPr>
          <a:xfrm xmlns:a="http://schemas.openxmlformats.org/drawingml/2006/main">
            <a:off x="28003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3" name="">
            <a:extLst xmlns:a="http://schemas.openxmlformats.org/drawingml/2006/main">
              <a:ext uri="{FF2B5EF4-FFF2-40B4-BE49-F238E27FC236}">
                <a16:creationId xmlns:a16="http://schemas.microsoft.com/office/drawing/2014/main" id="{45C9FE85-BC47-489C-8FDA-9DF57B71A341}"/>
              </a:ext>
            </a:extLst>
          </p:cNvPr>
          <p:cNvSpPr>
            <a:spLocks xmlns:a="http://schemas.openxmlformats.org/drawingml/2006/main" noGrp="1"/>
          </p:cNvSpPr>
          <p:nvPr/>
        </p:nvSpPr>
        <p:spPr>
          <a:xfrm xmlns:a="http://schemas.openxmlformats.org/drawingml/2006/main">
            <a:off x="8572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EC00C3CA-518F-40C6-9B51-A67E8B1A4810}"/>
              </a:ext>
            </a:extLst>
          </p:cNvPr>
          <p:cNvSpPr>
            <a:spLocks xmlns:a="http://schemas.openxmlformats.org/drawingml/2006/main" noGrp="1"/>
          </p:cNvSpPr>
          <p:nvPr/>
        </p:nvSpPr>
        <p:spPr>
          <a:xfrm xmlns:a="http://schemas.openxmlformats.org/drawingml/2006/main">
            <a:off x="9906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15" name="">
            <a:extLst xmlns:a="http://schemas.openxmlformats.org/drawingml/2006/main">
              <a:ext uri="{FF2B5EF4-FFF2-40B4-BE49-F238E27FC236}">
                <a16:creationId xmlns:a16="http://schemas.microsoft.com/office/drawing/2014/main" id="{685EB733-29D9-494A-9EA1-DC5858E3D95E}"/>
              </a:ext>
            </a:extLst>
          </p:cNvPr>
          <p:cNvSpPr>
            <a:spLocks xmlns:a="http://schemas.openxmlformats.org/drawingml/2006/main" noGrp="1"/>
          </p:cNvSpPr>
          <p:nvPr/>
        </p:nvSpPr>
        <p:spPr>
          <a:xfrm xmlns:a="http://schemas.openxmlformats.org/drawingml/2006/main">
            <a:off x="14287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Upload one photo</a:t>
            </a:r>
          </a:p>
        </p:txBody>
      </p:sp>
      <p:sp>
        <p:nvSpPr>
          <p:cNvPr id="16" name="">
            <a:extLst xmlns:a="http://schemas.openxmlformats.org/drawingml/2006/main">
              <a:ext uri="{FF2B5EF4-FFF2-40B4-BE49-F238E27FC236}">
                <a16:creationId xmlns:a16="http://schemas.microsoft.com/office/drawing/2014/main" id="{FF8EC5CC-D24A-40A3-BED7-E36142CF0CF2}"/>
              </a:ext>
            </a:extLst>
          </p:cNvPr>
          <p:cNvSpPr>
            <a:spLocks xmlns:a="http://schemas.openxmlformats.org/drawingml/2006/main" noGrp="1"/>
          </p:cNvSpPr>
          <p:nvPr/>
        </p:nvSpPr>
        <p:spPr>
          <a:xfrm xmlns:a="http://schemas.openxmlformats.org/drawingml/2006/main">
            <a:off x="28956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4C3F8BD-C37D-49AA-B727-D6A1C0088517}"/>
              </a:ext>
            </a:extLst>
          </p:cNvPr>
          <p:cNvSpPr>
            <a:spLocks xmlns:a="http://schemas.openxmlformats.org/drawingml/2006/main" noGrp="1"/>
          </p:cNvSpPr>
          <p:nvPr/>
        </p:nvSpPr>
        <p:spPr>
          <a:xfrm xmlns:a="http://schemas.openxmlformats.org/drawingml/2006/main">
            <a:off x="28003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18" name="">
            <a:extLst xmlns:a="http://schemas.openxmlformats.org/drawingml/2006/main">
              <a:ext uri="{FF2B5EF4-FFF2-40B4-BE49-F238E27FC236}">
                <a16:creationId xmlns:a16="http://schemas.microsoft.com/office/drawing/2014/main" id="{597B753A-5610-458C-8045-EAC991F48D42}"/>
              </a:ext>
            </a:extLst>
          </p:cNvPr>
          <p:cNvSpPr>
            <a:spLocks xmlns:a="http://schemas.openxmlformats.org/drawingml/2006/main" noGrp="1"/>
          </p:cNvSpPr>
          <p:nvPr/>
        </p:nvSpPr>
        <p:spPr>
          <a:xfrm xmlns:a="http://schemas.openxmlformats.org/drawingml/2006/main">
            <a:off x="8572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19" name="">
            <a:extLst xmlns:a="http://schemas.openxmlformats.org/drawingml/2006/main">
              <a:ext uri="{FF2B5EF4-FFF2-40B4-BE49-F238E27FC236}">
                <a16:creationId xmlns:a16="http://schemas.microsoft.com/office/drawing/2014/main" id="{2FC07246-E734-4948-95E0-04B91AC20EA2}"/>
              </a:ext>
            </a:extLst>
          </p:cNvPr>
          <p:cNvSpPr>
            <a:spLocks xmlns:a="http://schemas.openxmlformats.org/drawingml/2006/main" noGrp="1"/>
          </p:cNvSpPr>
          <p:nvPr/>
        </p:nvSpPr>
        <p:spPr>
          <a:xfrm xmlns:a="http://schemas.openxmlformats.org/drawingml/2006/main">
            <a:off x="9906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20" name="">
            <a:extLst xmlns:a="http://schemas.openxmlformats.org/drawingml/2006/main">
              <a:ext uri="{FF2B5EF4-FFF2-40B4-BE49-F238E27FC236}">
                <a16:creationId xmlns:a16="http://schemas.microsoft.com/office/drawing/2014/main" id="{80ED23E2-C6EE-469D-B137-881A19723207}"/>
              </a:ext>
            </a:extLst>
          </p:cNvPr>
          <p:cNvSpPr>
            <a:spLocks xmlns:a="http://schemas.openxmlformats.org/drawingml/2006/main" noGrp="1"/>
          </p:cNvSpPr>
          <p:nvPr/>
        </p:nvSpPr>
        <p:spPr>
          <a:xfrm xmlns:a="http://schemas.openxmlformats.org/drawingml/2006/main">
            <a:off x="14287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Get three priority actions</a:t>
            </a:r>
          </a:p>
        </p:txBody>
      </p:sp>
      <p:sp>
        <p:nvSpPr>
          <p:cNvPr id="21" name="">
            <a:extLst xmlns:a="http://schemas.openxmlformats.org/drawingml/2006/main">
              <a:ext uri="{FF2B5EF4-FFF2-40B4-BE49-F238E27FC236}">
                <a16:creationId xmlns:a16="http://schemas.microsoft.com/office/drawing/2014/main" id="{BEEDEBDD-C98F-49C9-A89C-0D71438DA278}"/>
              </a:ext>
            </a:extLst>
          </p:cNvPr>
          <p:cNvSpPr>
            <a:spLocks xmlns:a="http://schemas.openxmlformats.org/drawingml/2006/main" noGrp="1"/>
          </p:cNvSpPr>
          <p:nvPr/>
        </p:nvSpPr>
        <p:spPr>
          <a:xfrm xmlns:a="http://schemas.openxmlformats.org/drawingml/2006/main">
            <a:off x="6800850" y="19621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00" b="1">
                <a:solidFill>
                  <a:srgbClr val="1E5D78"/>
                </a:solidFill>
              </a:defRPr>
            </a:defPPr>
            <a:lvl1pPr algn="l">
              <a:defRPr sz="1200" b="1">
                <a:solidFill>
                  <a:srgbClr val="1E5D78"/>
                </a:solidFill>
              </a:defRPr>
            </a:lvl1pPr>
            <a:lvl2pPr algn="l">
              <a:defRPr sz="1200" b="1">
                <a:solidFill>
                  <a:srgbClr val="1E5D78"/>
                </a:solidFill>
              </a:defRPr>
            </a:lvl2pPr>
            <a:lvl3pPr algn="l">
              <a:defRPr sz="1200" b="1">
                <a:solidFill>
                  <a:srgbClr val="1E5D78"/>
                </a:solidFill>
              </a:defRPr>
            </a:lvl3pPr>
            <a:lvl4pPr algn="l">
              <a:defRPr sz="1200" b="1">
                <a:solidFill>
                  <a:srgbClr val="1E5D78"/>
                </a:solidFill>
              </a:defRPr>
            </a:lvl4pPr>
            <a:lvl5pPr algn="l">
              <a:defRPr sz="1200" b="1">
                <a:solidFill>
                  <a:srgbClr val="1E5D78"/>
                </a:solidFill>
              </a:defRPr>
            </a:lvl5pPr>
            <a:lvl6pPr algn="l">
              <a:defRPr sz="1200" b="1">
                <a:solidFill>
                  <a:srgbClr val="1E5D78"/>
                </a:solidFill>
              </a:defRPr>
            </a:lvl6pPr>
            <a:lvl7pPr algn="l">
              <a:defRPr sz="1200" b="1">
                <a:solidFill>
                  <a:srgbClr val="1E5D78"/>
                </a:solidFill>
              </a:defRPr>
            </a:lvl7pPr>
            <a:lvl8pPr algn="l">
              <a:defRPr sz="1200" b="1">
                <a:solidFill>
                  <a:srgbClr val="1E5D78"/>
                </a:solidFill>
              </a:defRPr>
            </a:lvl8pPr>
            <a:lvl9pPr algn="l">
              <a:defRPr sz="1200" b="1">
                <a:solidFill>
                  <a:srgbClr val="1E5D78"/>
                </a:solidFill>
              </a:defRPr>
            </a:lvl9pPr>
          </a:lstStyle>
          <a:p xmlns:a="http://schemas.openxmlformats.org/drawingml/2006/main">
            <a:pPr algn="l">
              <a:defRPr sz="1200" b="1">
                <a:solidFill>
                  <a:srgbClr val="1E5D78"/>
                </a:solidFill>
              </a:defRPr>
            </a:pPr>
            <a:r>
              <a:rPr sz="1200" b="1">
                <a:solidFill>
                  <a:srgbClr val="1E5D78"/>
                </a:solidFill>
              </a:rPr>
              <a:t>FOR TRACKING</a:t>
            </a:r>
          </a:p>
        </p:txBody>
      </p:sp>
      <p:sp>
        <p:nvSpPr>
          <p:cNvPr id="22" name="">
            <a:extLst xmlns:a="http://schemas.openxmlformats.org/drawingml/2006/main">
              <a:ext uri="{FF2B5EF4-FFF2-40B4-BE49-F238E27FC236}">
                <a16:creationId xmlns:a16="http://schemas.microsoft.com/office/drawing/2014/main" id="{AC891190-683A-4A43-95E7-B6F70DF097D0}"/>
              </a:ext>
            </a:extLst>
          </p:cNvPr>
          <p:cNvSpPr>
            <a:spLocks xmlns:a="http://schemas.openxmlformats.org/drawingml/2006/main" noGrp="1"/>
          </p:cNvSpPr>
          <p:nvPr/>
        </p:nvSpPr>
        <p:spPr>
          <a:xfrm xmlns:a="http://schemas.openxmlformats.org/drawingml/2006/main">
            <a:off x="6800850" y="2381250"/>
            <a:ext cx="4524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175" b="1">
                <a:solidFill>
                  <a:srgbClr val="203247"/>
                </a:solidFill>
              </a:defRPr>
            </a:defPPr>
            <a:lvl1pPr algn="l">
              <a:defRPr sz="2175" b="1">
                <a:solidFill>
                  <a:srgbClr val="203247"/>
                </a:solidFill>
              </a:defRPr>
            </a:lvl1pPr>
            <a:lvl2pPr algn="l">
              <a:defRPr sz="2175" b="1">
                <a:solidFill>
                  <a:srgbClr val="203247"/>
                </a:solidFill>
              </a:defRPr>
            </a:lvl2pPr>
            <a:lvl3pPr algn="l">
              <a:defRPr sz="2175" b="1">
                <a:solidFill>
                  <a:srgbClr val="203247"/>
                </a:solidFill>
              </a:defRPr>
            </a:lvl3pPr>
            <a:lvl4pPr algn="l">
              <a:defRPr sz="2175" b="1">
                <a:solidFill>
                  <a:srgbClr val="203247"/>
                </a:solidFill>
              </a:defRPr>
            </a:lvl4pPr>
            <a:lvl5pPr algn="l">
              <a:defRPr sz="2175" b="1">
                <a:solidFill>
                  <a:srgbClr val="203247"/>
                </a:solidFill>
              </a:defRPr>
            </a:lvl5pPr>
            <a:lvl6pPr algn="l">
              <a:defRPr sz="2175" b="1">
                <a:solidFill>
                  <a:srgbClr val="203247"/>
                </a:solidFill>
              </a:defRPr>
            </a:lvl6pPr>
            <a:lvl7pPr algn="l">
              <a:defRPr sz="2175" b="1">
                <a:solidFill>
                  <a:srgbClr val="203247"/>
                </a:solidFill>
              </a:defRPr>
            </a:lvl7pPr>
            <a:lvl8pPr algn="l">
              <a:defRPr sz="2175" b="1">
                <a:solidFill>
                  <a:srgbClr val="203247"/>
                </a:solidFill>
              </a:defRPr>
            </a:lvl8pPr>
            <a:lvl9pPr algn="l">
              <a:defRPr sz="2175" b="1">
                <a:solidFill>
                  <a:srgbClr val="203247"/>
                </a:solidFill>
              </a:defRPr>
            </a:lvl9pPr>
          </a:lstStyle>
          <a:p xmlns:a="http://schemas.openxmlformats.org/drawingml/2006/main">
            <a:pPr algn="l">
              <a:defRPr sz="2175" b="1">
                <a:solidFill>
                  <a:srgbClr val="203247"/>
                </a:solidFill>
              </a:defRPr>
            </a:pPr>
            <a:r>
              <a:rPr sz="2175" b="1">
                <a:solidFill>
                  <a:srgbClr val="203247"/>
                </a:solidFill>
              </a:rPr>
              <a:t>Account Check</a:t>
            </a:r>
          </a:p>
        </p:txBody>
      </p:sp>
      <p:sp>
        <p:nvSpPr>
          <p:cNvPr id="23" name="">
            <a:extLst xmlns:a="http://schemas.openxmlformats.org/drawingml/2006/main">
              <a:ext uri="{FF2B5EF4-FFF2-40B4-BE49-F238E27FC236}">
                <a16:creationId xmlns:a16="http://schemas.microsoft.com/office/drawing/2014/main" id="{F6ADEE17-AC77-417C-83B1-8CFC70EBBDBA}"/>
              </a:ext>
            </a:extLst>
          </p:cNvPr>
          <p:cNvSpPr>
            <a:spLocks xmlns:a="http://schemas.openxmlformats.org/drawingml/2006/main" noGrp="1"/>
          </p:cNvSpPr>
          <p:nvPr/>
        </p:nvSpPr>
        <p:spPr>
          <a:xfrm xmlns:a="http://schemas.openxmlformats.org/drawingml/2006/main">
            <a:off x="6800850" y="30289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4" name="">
            <a:extLst xmlns:a="http://schemas.openxmlformats.org/drawingml/2006/main">
              <a:ext uri="{FF2B5EF4-FFF2-40B4-BE49-F238E27FC236}">
                <a16:creationId xmlns:a16="http://schemas.microsoft.com/office/drawing/2014/main" id="{30143284-ABB6-4DA7-B91B-69BABC06502D}"/>
              </a:ext>
            </a:extLst>
          </p:cNvPr>
          <p:cNvSpPr>
            <a:spLocks xmlns:a="http://schemas.openxmlformats.org/drawingml/2006/main" noGrp="1"/>
          </p:cNvSpPr>
          <p:nvPr/>
        </p:nvSpPr>
        <p:spPr>
          <a:xfrm xmlns:a="http://schemas.openxmlformats.org/drawingml/2006/main">
            <a:off x="6934200" y="30956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1</a:t>
            </a:r>
          </a:p>
        </p:txBody>
      </p:sp>
      <p:sp>
        <p:nvSpPr>
          <p:cNvPr id="25" name="">
            <a:extLst xmlns:a="http://schemas.openxmlformats.org/drawingml/2006/main">
              <a:ext uri="{FF2B5EF4-FFF2-40B4-BE49-F238E27FC236}">
                <a16:creationId xmlns:a16="http://schemas.microsoft.com/office/drawing/2014/main" id="{32D09062-952D-471E-8575-A3802F0DB955}"/>
              </a:ext>
            </a:extLst>
          </p:cNvPr>
          <p:cNvSpPr>
            <a:spLocks xmlns:a="http://schemas.openxmlformats.org/drawingml/2006/main" noGrp="1"/>
          </p:cNvSpPr>
          <p:nvPr/>
        </p:nvSpPr>
        <p:spPr>
          <a:xfrm xmlns:a="http://schemas.openxmlformats.org/drawingml/2006/main">
            <a:off x="7372350" y="30956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Sign in and select Room Name</a:t>
            </a:r>
          </a:p>
        </p:txBody>
      </p:sp>
      <p:sp>
        <p:nvSpPr>
          <p:cNvPr id="26" name="">
            <a:extLst xmlns:a="http://schemas.openxmlformats.org/drawingml/2006/main">
              <a:ext uri="{FF2B5EF4-FFF2-40B4-BE49-F238E27FC236}">
                <a16:creationId xmlns:a16="http://schemas.microsoft.com/office/drawing/2014/main" id="{8F5741E2-66ED-4C93-B006-B9F35A3BD24D}"/>
              </a:ext>
            </a:extLst>
          </p:cNvPr>
          <p:cNvSpPr>
            <a:spLocks xmlns:a="http://schemas.openxmlformats.org/drawingml/2006/main" noGrp="1"/>
          </p:cNvSpPr>
          <p:nvPr/>
        </p:nvSpPr>
        <p:spPr>
          <a:xfrm xmlns:a="http://schemas.openxmlformats.org/drawingml/2006/main">
            <a:off x="8839200" y="35433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06ED056-B0D2-49B4-9C17-13C4457DBB4D}"/>
              </a:ext>
            </a:extLst>
          </p:cNvPr>
          <p:cNvSpPr>
            <a:spLocks xmlns:a="http://schemas.openxmlformats.org/drawingml/2006/main" noGrp="1"/>
          </p:cNvSpPr>
          <p:nvPr/>
        </p:nvSpPr>
        <p:spPr>
          <a:xfrm xmlns:a="http://schemas.openxmlformats.org/drawingml/2006/main">
            <a:off x="8743950" y="36099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28" name="">
            <a:extLst xmlns:a="http://schemas.openxmlformats.org/drawingml/2006/main">
              <a:ext uri="{FF2B5EF4-FFF2-40B4-BE49-F238E27FC236}">
                <a16:creationId xmlns:a16="http://schemas.microsoft.com/office/drawing/2014/main" id="{212F8320-A021-47CF-905B-0CFCF7F53CF0}"/>
              </a:ext>
            </a:extLst>
          </p:cNvPr>
          <p:cNvSpPr>
            <a:spLocks xmlns:a="http://schemas.openxmlformats.org/drawingml/2006/main" noGrp="1"/>
          </p:cNvSpPr>
          <p:nvPr/>
        </p:nvSpPr>
        <p:spPr>
          <a:xfrm xmlns:a="http://schemas.openxmlformats.org/drawingml/2006/main">
            <a:off x="6800850" y="37147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29" name="">
            <a:extLst xmlns:a="http://schemas.openxmlformats.org/drawingml/2006/main">
              <a:ext uri="{FF2B5EF4-FFF2-40B4-BE49-F238E27FC236}">
                <a16:creationId xmlns:a16="http://schemas.microsoft.com/office/drawing/2014/main" id="{6FBD2C64-ED24-4170-BF14-1E5A4C85315A}"/>
              </a:ext>
            </a:extLst>
          </p:cNvPr>
          <p:cNvSpPr>
            <a:spLocks xmlns:a="http://schemas.openxmlformats.org/drawingml/2006/main" noGrp="1"/>
          </p:cNvSpPr>
          <p:nvPr/>
        </p:nvSpPr>
        <p:spPr>
          <a:xfrm xmlns:a="http://schemas.openxmlformats.org/drawingml/2006/main">
            <a:off x="6934200" y="37814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2</a:t>
            </a:r>
          </a:p>
        </p:txBody>
      </p:sp>
      <p:sp>
        <p:nvSpPr>
          <p:cNvPr id="30" name="">
            <a:extLst xmlns:a="http://schemas.openxmlformats.org/drawingml/2006/main">
              <a:ext uri="{FF2B5EF4-FFF2-40B4-BE49-F238E27FC236}">
                <a16:creationId xmlns:a16="http://schemas.microsoft.com/office/drawing/2014/main" id="{FCF9220A-A2AE-4F71-A5C3-EF6072FEE49E}"/>
              </a:ext>
            </a:extLst>
          </p:cNvPr>
          <p:cNvSpPr>
            <a:spLocks xmlns:a="http://schemas.openxmlformats.org/drawingml/2006/main" noGrp="1"/>
          </p:cNvSpPr>
          <p:nvPr/>
        </p:nvSpPr>
        <p:spPr>
          <a:xfrm xmlns:a="http://schemas.openxmlformats.org/drawingml/2006/main">
            <a:off x="7372350" y="37814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Run the same safety check</a:t>
            </a:r>
          </a:p>
        </p:txBody>
      </p:sp>
      <p:sp>
        <p:nvSpPr>
          <p:cNvPr id="31" name="">
            <a:extLst xmlns:a="http://schemas.openxmlformats.org/drawingml/2006/main">
              <a:ext uri="{FF2B5EF4-FFF2-40B4-BE49-F238E27FC236}">
                <a16:creationId xmlns:a16="http://schemas.microsoft.com/office/drawing/2014/main" id="{99E2DD10-6653-47FB-B2C5-7F989440DED7}"/>
              </a:ext>
            </a:extLst>
          </p:cNvPr>
          <p:cNvSpPr>
            <a:spLocks xmlns:a="http://schemas.openxmlformats.org/drawingml/2006/main" noGrp="1"/>
          </p:cNvSpPr>
          <p:nvPr/>
        </p:nvSpPr>
        <p:spPr>
          <a:xfrm xmlns:a="http://schemas.openxmlformats.org/drawingml/2006/main">
            <a:off x="8839200" y="4229100"/>
            <a:ext cx="19050" cy="1238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A4051B46-6575-4BFE-852D-1086B4080168}"/>
              </a:ext>
            </a:extLst>
          </p:cNvPr>
          <p:cNvSpPr>
            <a:spLocks xmlns:a="http://schemas.openxmlformats.org/drawingml/2006/main" noGrp="1"/>
          </p:cNvSpPr>
          <p:nvPr/>
        </p:nvSpPr>
        <p:spPr>
          <a:xfrm xmlns:a="http://schemas.openxmlformats.org/drawingml/2006/main">
            <a:off x="8743950" y="4295775"/>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7F997D79-AF30-4539-8518-D48862C3BAB9}"/>
              </a:ext>
            </a:extLst>
          </p:cNvPr>
          <p:cNvSpPr>
            <a:spLocks xmlns:a="http://schemas.openxmlformats.org/drawingml/2006/main" noGrp="1"/>
          </p:cNvSpPr>
          <p:nvPr/>
        </p:nvSpPr>
        <p:spPr>
          <a:xfrm xmlns:a="http://schemas.openxmlformats.org/drawingml/2006/main">
            <a:off x="6800850" y="4400550"/>
            <a:ext cx="4095750" cy="514350"/>
          </a:xfrm>
          <a:prstGeom xmlns:a="http://schemas.openxmlformats.org/drawingml/2006/main" prst="roundRect">
            <a:avLst>
              <a:gd name="adj" fmla="val 14815"/>
            </a:avLst>
          </a:prstGeom>
          <a:solidFill xmlns:a="http://schemas.openxmlformats.org/drawingml/2006/main">
            <a:srgbClr val="FFFDFC"/>
          </a:solidFill>
          <a:ln xmlns:a="http://schemas.openxmlformats.org/drawingml/2006/main" w="9525">
            <a:solidFill>
              <a:srgbClr val="D8D3CA"/>
            </a:solidFill>
            <a:prstDash val="solid"/>
          </a:ln>
        </p:spPr>
      </p:sp>
      <p:sp>
        <p:nvSpPr>
          <p:cNvPr id="34" name="">
            <a:extLst xmlns:a="http://schemas.openxmlformats.org/drawingml/2006/main">
              <a:ext uri="{FF2B5EF4-FFF2-40B4-BE49-F238E27FC236}">
                <a16:creationId xmlns:a16="http://schemas.microsoft.com/office/drawing/2014/main" id="{B898415F-D1F1-4A61-923A-5EE9BD336209}"/>
              </a:ext>
            </a:extLst>
          </p:cNvPr>
          <p:cNvSpPr>
            <a:spLocks xmlns:a="http://schemas.openxmlformats.org/drawingml/2006/main" noGrp="1"/>
          </p:cNvSpPr>
          <p:nvPr/>
        </p:nvSpPr>
        <p:spPr>
          <a:xfrm xmlns:a="http://schemas.openxmlformats.org/drawingml/2006/main">
            <a:off x="6934200" y="4467225"/>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3</a:t>
            </a:r>
          </a:p>
        </p:txBody>
      </p:sp>
      <p:sp>
        <p:nvSpPr>
          <p:cNvPr id="35" name="">
            <a:extLst xmlns:a="http://schemas.openxmlformats.org/drawingml/2006/main">
              <a:ext uri="{FF2B5EF4-FFF2-40B4-BE49-F238E27FC236}">
                <a16:creationId xmlns:a16="http://schemas.microsoft.com/office/drawing/2014/main" id="{0848B979-E513-4E18-8000-F18F167AED43}"/>
              </a:ext>
            </a:extLst>
          </p:cNvPr>
          <p:cNvSpPr>
            <a:spLocks xmlns:a="http://schemas.openxmlformats.org/drawingml/2006/main" noGrp="1"/>
          </p:cNvSpPr>
          <p:nvPr/>
        </p:nvSpPr>
        <p:spPr>
          <a:xfrm xmlns:a="http://schemas.openxmlformats.org/drawingml/2006/main">
            <a:off x="7372350" y="4467225"/>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1">
                <a:solidFill>
                  <a:srgbClr val="2C3E50"/>
                </a:solidFill>
              </a:defRPr>
            </a:defPPr>
            <a:lvl1pPr algn="l">
              <a:defRPr sz="1425" b="1">
                <a:solidFill>
                  <a:srgbClr val="2C3E50"/>
                </a:solidFill>
              </a:defRPr>
            </a:lvl1pPr>
            <a:lvl2pPr algn="l">
              <a:defRPr sz="1425" b="1">
                <a:solidFill>
                  <a:srgbClr val="2C3E50"/>
                </a:solidFill>
              </a:defRPr>
            </a:lvl2pPr>
            <a:lvl3pPr algn="l">
              <a:defRPr sz="1425" b="1">
                <a:solidFill>
                  <a:srgbClr val="2C3E50"/>
                </a:solidFill>
              </a:defRPr>
            </a:lvl3pPr>
            <a:lvl4pPr algn="l">
              <a:defRPr sz="1425" b="1">
                <a:solidFill>
                  <a:srgbClr val="2C3E50"/>
                </a:solidFill>
              </a:defRPr>
            </a:lvl4pPr>
            <a:lvl5pPr algn="l">
              <a:defRPr sz="1425" b="1">
                <a:solidFill>
                  <a:srgbClr val="2C3E50"/>
                </a:solidFill>
              </a:defRPr>
            </a:lvl5pPr>
            <a:lvl6pPr algn="l">
              <a:defRPr sz="1425" b="1">
                <a:solidFill>
                  <a:srgbClr val="2C3E50"/>
                </a:solidFill>
              </a:defRPr>
            </a:lvl6pPr>
            <a:lvl7pPr algn="l">
              <a:defRPr sz="1425" b="1">
                <a:solidFill>
                  <a:srgbClr val="2C3E50"/>
                </a:solidFill>
              </a:defRPr>
            </a:lvl7pPr>
            <a:lvl8pPr algn="l">
              <a:defRPr sz="1425" b="1">
                <a:solidFill>
                  <a:srgbClr val="2C3E50"/>
                </a:solidFill>
              </a:defRPr>
            </a:lvl8pPr>
            <a:lvl9pPr algn="l">
              <a:defRPr sz="1425" b="1">
                <a:solidFill>
                  <a:srgbClr val="2C3E50"/>
                </a:solidFill>
              </a:defRPr>
            </a:lvl9pPr>
          </a:lstStyle>
          <a:p xmlns:a="http://schemas.openxmlformats.org/drawingml/2006/main">
            <a:pPr algn="l">
              <a:defRPr sz="1425" b="1">
                <a:solidFill>
                  <a:srgbClr val="2C3E50"/>
                </a:solidFill>
              </a:defRPr>
            </a:pPr>
            <a:r>
              <a:rPr sz="1425" b="1">
                <a:solidFill>
                  <a:srgbClr val="2C3E50"/>
                </a:solidFill>
              </a:rPr>
              <a:t>Track trends and share summaries</a:t>
            </a:r>
          </a:p>
        </p:txBody>
      </p:sp>
      <p:sp>
        <p:nvSpPr>
          <p:cNvPr id="36" name="">
            <a:extLst xmlns:a="http://schemas.openxmlformats.org/drawingml/2006/main">
              <a:ext uri="{FF2B5EF4-FFF2-40B4-BE49-F238E27FC236}">
                <a16:creationId xmlns:a16="http://schemas.microsoft.com/office/drawing/2014/main" id="{2A953D6D-2D0B-414D-A5D5-AA04CFF2F92D}"/>
              </a:ext>
            </a:extLst>
          </p:cNvPr>
          <p:cNvSpPr>
            <a:spLocks xmlns:a="http://schemas.openxmlformats.org/drawingml/2006/main" noGrp="1"/>
          </p:cNvSpPr>
          <p:nvPr/>
        </p:nvSpPr>
        <p:spPr>
          <a:xfrm xmlns:a="http://schemas.openxmlformats.org/drawingml/2006/main">
            <a:off x="857250" y="5219700"/>
            <a:ext cx="1045845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E566FD8-3192-46F6-93DB-6A8DD60DE48A}"/>
              </a:ext>
            </a:extLst>
          </p:cNvPr>
          <p:cNvSpPr>
            <a:spLocks xmlns:a="http://schemas.openxmlformats.org/drawingml/2006/main" noGrp="1"/>
          </p:cNvSpPr>
          <p:nvPr/>
        </p:nvSpPr>
        <p:spPr>
          <a:xfrm xmlns:a="http://schemas.openxmlformats.org/drawingml/2006/main">
            <a:off x="2381250" y="5314950"/>
            <a:ext cx="7429500" cy="552450"/>
          </a:xfrm>
          <a:prstGeom xmlns:a="http://schemas.openxmlformats.org/drawingml/2006/main" prst="roundRect">
            <a:avLst>
              <a:gd name="adj" fmla="val 13793"/>
            </a:avLst>
          </a:prstGeom>
          <a:solidFill xmlns:a="http://schemas.openxmlformats.org/drawingml/2006/main">
            <a:srgbClr val="E3EEF1"/>
          </a:solidFill>
          <a:ln xmlns:a="http://schemas.openxmlformats.org/drawingml/2006/main" w="9525">
            <a:solidFill>
              <a:srgbClr val="1E5D78"/>
            </a:solidFill>
            <a:prstDash val="solid"/>
          </a:ln>
        </p:spPr>
      </p:sp>
      <p:sp>
        <p:nvSpPr>
          <p:cNvPr id="38" name="">
            <a:extLst xmlns:a="http://schemas.openxmlformats.org/drawingml/2006/main">
              <a:ext uri="{FF2B5EF4-FFF2-40B4-BE49-F238E27FC236}">
                <a16:creationId xmlns:a16="http://schemas.microsoft.com/office/drawing/2014/main" id="{AD177E4A-DC92-441D-AEE7-11F7ACE69D76}"/>
              </a:ext>
            </a:extLst>
          </p:cNvPr>
          <p:cNvSpPr>
            <a:spLocks xmlns:a="http://schemas.openxmlformats.org/drawingml/2006/main" noGrp="1"/>
          </p:cNvSpPr>
          <p:nvPr/>
        </p:nvSpPr>
        <p:spPr>
          <a:xfrm xmlns:a="http://schemas.openxmlformats.org/drawingml/2006/main">
            <a:off x="2571750" y="5410200"/>
            <a:ext cx="704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BOTH PATHS  →  photo review  →  validated hazards  →  follow-up questions  →  room score</a:t>
            </a:r>
          </a:p>
        </p:txBody>
      </p:sp>
    </p:spTree>
    <p:extLst>
      <p:ext uri="{BB962C8B-B14F-4D97-AF65-F5344CB8AC3E}">
        <p14:creationId xmlns:p14="http://schemas.microsoft.com/office/powerpoint/2010/main" val="20322844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ED6EF49E-E555-43E5-A77D-390D16C5285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EAF74A-C427-4F92-A49C-2C402D2E1A17}"/>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The system and the problem I solved</a:t>
            </a:r>
          </a:p>
        </p:txBody>
      </p:sp>
      <p:sp>
        <p:nvSpPr>
          <p:cNvPr id="3" name="">
            <a:extLst xmlns:a="http://schemas.openxmlformats.org/drawingml/2006/main">
              <a:ext uri="{FF2B5EF4-FFF2-40B4-BE49-F238E27FC236}">
                <a16:creationId xmlns:a16="http://schemas.microsoft.com/office/drawing/2014/main" id="{1817A130-628E-46E5-9916-DD78D6F1DEE5}"/>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Python rules keep an AI-assisted score explainable and consistent.</a:t>
            </a:r>
          </a:p>
        </p:txBody>
      </p:sp>
      <p:sp>
        <p:nvSpPr>
          <p:cNvPr id="4" name="">
            <a:extLst xmlns:a="http://schemas.openxmlformats.org/drawingml/2006/main">
              <a:ext uri="{FF2B5EF4-FFF2-40B4-BE49-F238E27FC236}">
                <a16:creationId xmlns:a16="http://schemas.microsoft.com/office/drawing/2014/main" id="{BC0E322D-29F0-4BD7-BF2F-D7BCDC91A8B1}"/>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3</a:t>
            </a:r>
          </a:p>
        </p:txBody>
      </p:sp>
      <p:sp>
        <p:nvSpPr>
          <p:cNvPr id="5" name="">
            <a:extLst xmlns:a="http://schemas.openxmlformats.org/drawingml/2006/main">
              <a:ext uri="{FF2B5EF4-FFF2-40B4-BE49-F238E27FC236}">
                <a16:creationId xmlns:a16="http://schemas.microsoft.com/office/drawing/2014/main" id="{8BBC7029-8D6A-4929-8215-690CCF76ECF7}"/>
              </a:ext>
            </a:extLst>
          </p:cNvPr>
          <p:cNvSpPr>
            <a:spLocks xmlns:a="http://schemas.openxmlformats.org/drawingml/2006/main" noGrp="1"/>
          </p:cNvSpPr>
          <p:nvPr/>
        </p:nvSpPr>
        <p:spPr>
          <a:xfrm xmlns:a="http://schemas.openxmlformats.org/drawingml/2006/main">
            <a:off x="4762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2A7D23F5-EAD2-45C6-9174-740B0848C083}"/>
              </a:ext>
            </a:extLst>
          </p:cNvPr>
          <p:cNvSpPr>
            <a:spLocks xmlns:a="http://schemas.openxmlformats.org/drawingml/2006/main" noGrp="1"/>
          </p:cNvSpPr>
          <p:nvPr/>
        </p:nvSpPr>
        <p:spPr>
          <a:xfrm xmlns:a="http://schemas.openxmlformats.org/drawingml/2006/main">
            <a:off x="5715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STREAMLIT</a:t>
            </a:r>
          </a:p>
        </p:txBody>
      </p:sp>
      <p:sp>
        <p:nvSpPr>
          <p:cNvPr id="7" name="">
            <a:extLst xmlns:a="http://schemas.openxmlformats.org/drawingml/2006/main">
              <a:ext uri="{FF2B5EF4-FFF2-40B4-BE49-F238E27FC236}">
                <a16:creationId xmlns:a16="http://schemas.microsoft.com/office/drawing/2014/main" id="{008B32BE-FF8F-4C0E-978B-4834DE088ADC}"/>
              </a:ext>
            </a:extLst>
          </p:cNvPr>
          <p:cNvSpPr>
            <a:spLocks xmlns:a="http://schemas.openxmlformats.org/drawingml/2006/main" noGrp="1"/>
          </p:cNvSpPr>
          <p:nvPr/>
        </p:nvSpPr>
        <p:spPr>
          <a:xfrm xmlns:a="http://schemas.openxmlformats.org/drawingml/2006/main">
            <a:off x="5905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receives photo</a:t>
            </a:r>
          </a:p>
          <a:p xmlns:a="http://schemas.openxmlformats.org/drawingml/2006/main">
            <a:pPr algn="ctr">
              <a:defRPr sz="1200" b="0">
                <a:solidFill>
                  <a:srgbClr val="2C3E50"/>
                </a:solidFill>
              </a:defRPr>
            </a:pPr>
            <a:r>
              <a:rPr sz="1200" b="0">
                <a:solidFill>
                  <a:srgbClr val="2C3E50"/>
                </a:solidFill>
              </a:rPr>
              <a:t>and Room Type</a:t>
            </a:r>
          </a:p>
        </p:txBody>
      </p:sp>
      <p:sp>
        <p:nvSpPr>
          <p:cNvPr id="8" name="">
            <a:extLst xmlns:a="http://schemas.openxmlformats.org/drawingml/2006/main">
              <a:ext uri="{FF2B5EF4-FFF2-40B4-BE49-F238E27FC236}">
                <a16:creationId xmlns:a16="http://schemas.microsoft.com/office/drawing/2014/main" id="{88412E5C-20F6-452E-A450-AE2CD88165F9}"/>
              </a:ext>
            </a:extLst>
          </p:cNvPr>
          <p:cNvSpPr>
            <a:spLocks xmlns:a="http://schemas.openxmlformats.org/drawingml/2006/main" noGrp="1"/>
          </p:cNvSpPr>
          <p:nvPr/>
        </p:nvSpPr>
        <p:spPr>
          <a:xfrm xmlns:a="http://schemas.openxmlformats.org/drawingml/2006/main">
            <a:off x="21336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9" name="">
            <a:extLst xmlns:a="http://schemas.openxmlformats.org/drawingml/2006/main">
              <a:ext uri="{FF2B5EF4-FFF2-40B4-BE49-F238E27FC236}">
                <a16:creationId xmlns:a16="http://schemas.microsoft.com/office/drawing/2014/main" id="{EECF4E1E-C90E-45EB-A29A-DC15B3810E70}"/>
              </a:ext>
            </a:extLst>
          </p:cNvPr>
          <p:cNvSpPr>
            <a:spLocks xmlns:a="http://schemas.openxmlformats.org/drawingml/2006/main" noGrp="1"/>
          </p:cNvSpPr>
          <p:nvPr/>
        </p:nvSpPr>
        <p:spPr>
          <a:xfrm xmlns:a="http://schemas.openxmlformats.org/drawingml/2006/main">
            <a:off x="24193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0B16098A-F53A-4B8B-9AEB-D026B1111E9B}"/>
              </a:ext>
            </a:extLst>
          </p:cNvPr>
          <p:cNvSpPr>
            <a:spLocks xmlns:a="http://schemas.openxmlformats.org/drawingml/2006/main" noGrp="1"/>
          </p:cNvSpPr>
          <p:nvPr/>
        </p:nvSpPr>
        <p:spPr>
          <a:xfrm xmlns:a="http://schemas.openxmlformats.org/drawingml/2006/main">
            <a:off x="25146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QUALITY GATE</a:t>
            </a:r>
          </a:p>
        </p:txBody>
      </p:sp>
      <p:sp>
        <p:nvSpPr>
          <p:cNvPr id="11" name="">
            <a:extLst xmlns:a="http://schemas.openxmlformats.org/drawingml/2006/main">
              <a:ext uri="{FF2B5EF4-FFF2-40B4-BE49-F238E27FC236}">
                <a16:creationId xmlns:a16="http://schemas.microsoft.com/office/drawing/2014/main" id="{8DB390B6-04A5-47AA-8EC9-FF083C211236}"/>
              </a:ext>
            </a:extLst>
          </p:cNvPr>
          <p:cNvSpPr>
            <a:spLocks xmlns:a="http://schemas.openxmlformats.org/drawingml/2006/main" noGrp="1"/>
          </p:cNvSpPr>
          <p:nvPr/>
        </p:nvSpPr>
        <p:spPr>
          <a:xfrm xmlns:a="http://schemas.openxmlformats.org/drawingml/2006/main">
            <a:off x="25336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orientation • light</a:t>
            </a:r>
          </a:p>
          <a:p xmlns:a="http://schemas.openxmlformats.org/drawingml/2006/main">
            <a:pPr algn="ctr">
              <a:defRPr sz="1200" b="0">
                <a:solidFill>
                  <a:srgbClr val="2C3E50"/>
                </a:solidFill>
              </a:defRPr>
            </a:pPr>
            <a:r>
              <a:rPr sz="1200" b="0">
                <a:solidFill>
                  <a:srgbClr val="2C3E50"/>
                </a:solidFill>
              </a:rPr>
              <a:t>contrast • blur</a:t>
            </a:r>
          </a:p>
        </p:txBody>
      </p:sp>
      <p:sp>
        <p:nvSpPr>
          <p:cNvPr id="12" name="">
            <a:extLst xmlns:a="http://schemas.openxmlformats.org/drawingml/2006/main">
              <a:ext uri="{FF2B5EF4-FFF2-40B4-BE49-F238E27FC236}">
                <a16:creationId xmlns:a16="http://schemas.microsoft.com/office/drawing/2014/main" id="{6EC0D5AB-4B43-4D00-B547-91FA91580144}"/>
              </a:ext>
            </a:extLst>
          </p:cNvPr>
          <p:cNvSpPr>
            <a:spLocks xmlns:a="http://schemas.openxmlformats.org/drawingml/2006/main" noGrp="1"/>
          </p:cNvSpPr>
          <p:nvPr/>
        </p:nvSpPr>
        <p:spPr>
          <a:xfrm xmlns:a="http://schemas.openxmlformats.org/drawingml/2006/main">
            <a:off x="40767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3" name="">
            <a:extLst xmlns:a="http://schemas.openxmlformats.org/drawingml/2006/main">
              <a:ext uri="{FF2B5EF4-FFF2-40B4-BE49-F238E27FC236}">
                <a16:creationId xmlns:a16="http://schemas.microsoft.com/office/drawing/2014/main" id="{B5BCF398-0DCC-4608-845B-740C7C1041A1}"/>
              </a:ext>
            </a:extLst>
          </p:cNvPr>
          <p:cNvSpPr>
            <a:spLocks xmlns:a="http://schemas.openxmlformats.org/drawingml/2006/main" noGrp="1"/>
          </p:cNvSpPr>
          <p:nvPr/>
        </p:nvSpPr>
        <p:spPr>
          <a:xfrm xmlns:a="http://schemas.openxmlformats.org/drawingml/2006/main">
            <a:off x="43624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B2120091-0BAD-43A0-A5EC-18B534BE4A43}"/>
              </a:ext>
            </a:extLst>
          </p:cNvPr>
          <p:cNvSpPr>
            <a:spLocks xmlns:a="http://schemas.openxmlformats.org/drawingml/2006/main" noGrp="1"/>
          </p:cNvSpPr>
          <p:nvPr/>
        </p:nvSpPr>
        <p:spPr>
          <a:xfrm xmlns:a="http://schemas.openxmlformats.org/drawingml/2006/main">
            <a:off x="44577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OPENAI VISION</a:t>
            </a:r>
          </a:p>
        </p:txBody>
      </p:sp>
      <p:sp>
        <p:nvSpPr>
          <p:cNvPr id="15" name="">
            <a:extLst xmlns:a="http://schemas.openxmlformats.org/drawingml/2006/main">
              <a:ext uri="{FF2B5EF4-FFF2-40B4-BE49-F238E27FC236}">
                <a16:creationId xmlns:a16="http://schemas.microsoft.com/office/drawing/2014/main" id="{E042B116-26D6-4787-A06E-D1BE185A0CDF}"/>
              </a:ext>
            </a:extLst>
          </p:cNvPr>
          <p:cNvSpPr>
            <a:spLocks xmlns:a="http://schemas.openxmlformats.org/drawingml/2006/main" noGrp="1"/>
          </p:cNvSpPr>
          <p:nvPr/>
        </p:nvSpPr>
        <p:spPr>
          <a:xfrm xmlns:a="http://schemas.openxmlformats.org/drawingml/2006/main">
            <a:off x="44767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hazards • evidence</a:t>
            </a:r>
          </a:p>
          <a:p xmlns:a="http://schemas.openxmlformats.org/drawingml/2006/main">
            <a:pPr algn="ctr">
              <a:defRPr sz="1200" b="0">
                <a:solidFill>
                  <a:srgbClr val="2C3E50"/>
                </a:solidFill>
              </a:defRPr>
            </a:pPr>
            <a:r>
              <a:rPr sz="1200" b="0">
                <a:solidFill>
                  <a:srgbClr val="2C3E50"/>
                </a:solidFill>
              </a:rPr>
              <a:t>confidence • x/y</a:t>
            </a:r>
          </a:p>
        </p:txBody>
      </p:sp>
      <p:sp>
        <p:nvSpPr>
          <p:cNvPr id="16" name="">
            <a:extLst xmlns:a="http://schemas.openxmlformats.org/drawingml/2006/main">
              <a:ext uri="{FF2B5EF4-FFF2-40B4-BE49-F238E27FC236}">
                <a16:creationId xmlns:a16="http://schemas.microsoft.com/office/drawing/2014/main" id="{122F5C1C-BAD3-45E8-ABB1-ADE313E64B64}"/>
              </a:ext>
            </a:extLst>
          </p:cNvPr>
          <p:cNvSpPr>
            <a:spLocks xmlns:a="http://schemas.openxmlformats.org/drawingml/2006/main" noGrp="1"/>
          </p:cNvSpPr>
          <p:nvPr/>
        </p:nvSpPr>
        <p:spPr>
          <a:xfrm xmlns:a="http://schemas.openxmlformats.org/drawingml/2006/main">
            <a:off x="60198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17" name="">
            <a:extLst xmlns:a="http://schemas.openxmlformats.org/drawingml/2006/main">
              <a:ext uri="{FF2B5EF4-FFF2-40B4-BE49-F238E27FC236}">
                <a16:creationId xmlns:a16="http://schemas.microsoft.com/office/drawing/2014/main" id="{642860ED-3E7E-47B8-BCCC-8B99D9DEE476}"/>
              </a:ext>
            </a:extLst>
          </p:cNvPr>
          <p:cNvSpPr>
            <a:spLocks xmlns:a="http://schemas.openxmlformats.org/drawingml/2006/main" noGrp="1"/>
          </p:cNvSpPr>
          <p:nvPr/>
        </p:nvSpPr>
        <p:spPr>
          <a:xfrm xmlns:a="http://schemas.openxmlformats.org/drawingml/2006/main">
            <a:off x="63055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0AC68B8C-48EE-4E22-8117-EA27D47A3D7A}"/>
              </a:ext>
            </a:extLst>
          </p:cNvPr>
          <p:cNvSpPr>
            <a:spLocks xmlns:a="http://schemas.openxmlformats.org/drawingml/2006/main" noGrp="1"/>
          </p:cNvSpPr>
          <p:nvPr/>
        </p:nvSpPr>
        <p:spPr>
          <a:xfrm xmlns:a="http://schemas.openxmlformats.org/drawingml/2006/main">
            <a:off x="64008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PYTHON RULES</a:t>
            </a:r>
          </a:p>
        </p:txBody>
      </p:sp>
      <p:sp>
        <p:nvSpPr>
          <p:cNvPr id="19" name="">
            <a:extLst xmlns:a="http://schemas.openxmlformats.org/drawingml/2006/main">
              <a:ext uri="{FF2B5EF4-FFF2-40B4-BE49-F238E27FC236}">
                <a16:creationId xmlns:a16="http://schemas.microsoft.com/office/drawing/2014/main" id="{1343C239-398E-4203-B723-1B74BFF76108}"/>
              </a:ext>
            </a:extLst>
          </p:cNvPr>
          <p:cNvSpPr>
            <a:spLocks xmlns:a="http://schemas.openxmlformats.org/drawingml/2006/main" noGrp="1"/>
          </p:cNvSpPr>
          <p:nvPr/>
        </p:nvSpPr>
        <p:spPr>
          <a:xfrm xmlns:a="http://schemas.openxmlformats.org/drawingml/2006/main">
            <a:off x="64198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schema • allowlist</a:t>
            </a:r>
          </a:p>
          <a:p xmlns:a="http://schemas.openxmlformats.org/drawingml/2006/main">
            <a:pPr algn="ctr">
              <a:defRPr sz="1200" b="0">
                <a:solidFill>
                  <a:srgbClr val="2C3E50"/>
                </a:solidFill>
              </a:defRPr>
            </a:pPr>
            <a:r>
              <a:rPr sz="1200" b="0">
                <a:solidFill>
                  <a:srgbClr val="2C3E50"/>
                </a:solidFill>
              </a:rPr>
              <a:t>1-15 clamp • fallback</a:t>
            </a:r>
          </a:p>
        </p:txBody>
      </p:sp>
      <p:sp>
        <p:nvSpPr>
          <p:cNvPr id="20" name="">
            <a:extLst xmlns:a="http://schemas.openxmlformats.org/drawingml/2006/main">
              <a:ext uri="{FF2B5EF4-FFF2-40B4-BE49-F238E27FC236}">
                <a16:creationId xmlns:a16="http://schemas.microsoft.com/office/drawing/2014/main" id="{C7A5F9DD-E197-4AB8-9F1C-537177372D10}"/>
              </a:ext>
            </a:extLst>
          </p:cNvPr>
          <p:cNvSpPr>
            <a:spLocks xmlns:a="http://schemas.openxmlformats.org/drawingml/2006/main" noGrp="1"/>
          </p:cNvSpPr>
          <p:nvPr/>
        </p:nvSpPr>
        <p:spPr>
          <a:xfrm xmlns:a="http://schemas.openxmlformats.org/drawingml/2006/main">
            <a:off x="79629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1" name="">
            <a:extLst xmlns:a="http://schemas.openxmlformats.org/drawingml/2006/main">
              <a:ext uri="{FF2B5EF4-FFF2-40B4-BE49-F238E27FC236}">
                <a16:creationId xmlns:a16="http://schemas.microsoft.com/office/drawing/2014/main" id="{D3047360-F3BD-46EF-8DD4-B06ED2540D84}"/>
              </a:ext>
            </a:extLst>
          </p:cNvPr>
          <p:cNvSpPr>
            <a:spLocks xmlns:a="http://schemas.openxmlformats.org/drawingml/2006/main" noGrp="1"/>
          </p:cNvSpPr>
          <p:nvPr/>
        </p:nvSpPr>
        <p:spPr>
          <a:xfrm xmlns:a="http://schemas.openxmlformats.org/drawingml/2006/main">
            <a:off x="82486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2" name="">
            <a:extLst xmlns:a="http://schemas.openxmlformats.org/drawingml/2006/main">
              <a:ext uri="{FF2B5EF4-FFF2-40B4-BE49-F238E27FC236}">
                <a16:creationId xmlns:a16="http://schemas.microsoft.com/office/drawing/2014/main" id="{DC25ACE5-918C-4135-A801-CB96AFEC4E66}"/>
              </a:ext>
            </a:extLst>
          </p:cNvPr>
          <p:cNvSpPr>
            <a:spLocks xmlns:a="http://schemas.openxmlformats.org/drawingml/2006/main" noGrp="1"/>
          </p:cNvSpPr>
          <p:nvPr/>
        </p:nvSpPr>
        <p:spPr>
          <a:xfrm xmlns:a="http://schemas.openxmlformats.org/drawingml/2006/main">
            <a:off x="83439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HUMAN CHECK</a:t>
            </a:r>
          </a:p>
        </p:txBody>
      </p:sp>
      <p:sp>
        <p:nvSpPr>
          <p:cNvPr id="23" name="">
            <a:extLst xmlns:a="http://schemas.openxmlformats.org/drawingml/2006/main">
              <a:ext uri="{FF2B5EF4-FFF2-40B4-BE49-F238E27FC236}">
                <a16:creationId xmlns:a16="http://schemas.microsoft.com/office/drawing/2014/main" id="{F7DD214E-6516-47A9-979F-8DC52B89F8F9}"/>
              </a:ext>
            </a:extLst>
          </p:cNvPr>
          <p:cNvSpPr>
            <a:spLocks xmlns:a="http://schemas.openxmlformats.org/drawingml/2006/main" noGrp="1"/>
          </p:cNvSpPr>
          <p:nvPr/>
        </p:nvSpPr>
        <p:spPr>
          <a:xfrm xmlns:a="http://schemas.openxmlformats.org/drawingml/2006/main">
            <a:off x="83629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simple questions</a:t>
            </a:r>
          </a:p>
          <a:p xmlns:a="http://schemas.openxmlformats.org/drawingml/2006/main">
            <a:pPr algn="ctr">
              <a:defRPr sz="1200" b="0">
                <a:solidFill>
                  <a:srgbClr val="2C3E50"/>
                </a:solidFill>
              </a:defRPr>
            </a:pPr>
            <a:r>
              <a:rPr sz="1200" b="0">
                <a:solidFill>
                  <a:srgbClr val="2C3E50"/>
                </a:solidFill>
              </a:rPr>
              <a:t>for uncertain facts</a:t>
            </a:r>
          </a:p>
        </p:txBody>
      </p:sp>
      <p:sp>
        <p:nvSpPr>
          <p:cNvPr id="24" name="">
            <a:extLst xmlns:a="http://schemas.openxmlformats.org/drawingml/2006/main">
              <a:ext uri="{FF2B5EF4-FFF2-40B4-BE49-F238E27FC236}">
                <a16:creationId xmlns:a16="http://schemas.microsoft.com/office/drawing/2014/main" id="{07D7F5D1-A9AB-49EF-9001-085F2D43544C}"/>
              </a:ext>
            </a:extLst>
          </p:cNvPr>
          <p:cNvSpPr>
            <a:spLocks xmlns:a="http://schemas.openxmlformats.org/drawingml/2006/main" noGrp="1"/>
          </p:cNvSpPr>
          <p:nvPr/>
        </p:nvSpPr>
        <p:spPr>
          <a:xfrm xmlns:a="http://schemas.openxmlformats.org/drawingml/2006/main">
            <a:off x="9906000" y="2095500"/>
            <a:ext cx="28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800" b="1">
                <a:solidFill>
                  <a:srgbClr val="1E5D78"/>
                </a:solidFill>
              </a:defRPr>
            </a:defPPr>
            <a:lvl1pPr algn="ctr">
              <a:defRPr sz="1800" b="1">
                <a:solidFill>
                  <a:srgbClr val="1E5D78"/>
                </a:solidFill>
              </a:defRPr>
            </a:lvl1pPr>
            <a:lvl2pPr algn="ctr">
              <a:defRPr sz="1800" b="1">
                <a:solidFill>
                  <a:srgbClr val="1E5D78"/>
                </a:solidFill>
              </a:defRPr>
            </a:lvl2pPr>
            <a:lvl3pPr algn="ctr">
              <a:defRPr sz="1800" b="1">
                <a:solidFill>
                  <a:srgbClr val="1E5D78"/>
                </a:solidFill>
              </a:defRPr>
            </a:lvl3pPr>
            <a:lvl4pPr algn="ctr">
              <a:defRPr sz="1800" b="1">
                <a:solidFill>
                  <a:srgbClr val="1E5D78"/>
                </a:solidFill>
              </a:defRPr>
            </a:lvl4pPr>
            <a:lvl5pPr algn="ctr">
              <a:defRPr sz="1800" b="1">
                <a:solidFill>
                  <a:srgbClr val="1E5D78"/>
                </a:solidFill>
              </a:defRPr>
            </a:lvl5pPr>
            <a:lvl6pPr algn="ctr">
              <a:defRPr sz="1800" b="1">
                <a:solidFill>
                  <a:srgbClr val="1E5D78"/>
                </a:solidFill>
              </a:defRPr>
            </a:lvl6pPr>
            <a:lvl7pPr algn="ctr">
              <a:defRPr sz="1800" b="1">
                <a:solidFill>
                  <a:srgbClr val="1E5D78"/>
                </a:solidFill>
              </a:defRPr>
            </a:lvl7pPr>
            <a:lvl8pPr algn="ctr">
              <a:defRPr sz="1800" b="1">
                <a:solidFill>
                  <a:srgbClr val="1E5D78"/>
                </a:solidFill>
              </a:defRPr>
            </a:lvl8pPr>
            <a:lvl9pPr algn="ctr">
              <a:defRPr sz="1800" b="1">
                <a:solidFill>
                  <a:srgbClr val="1E5D78"/>
                </a:solidFill>
              </a:defRPr>
            </a:lvl9pPr>
          </a:lstStyle>
          <a:p xmlns:a="http://schemas.openxmlformats.org/drawingml/2006/main">
            <a:pPr algn="ctr">
              <a:defRPr sz="1800" b="1">
                <a:solidFill>
                  <a:srgbClr val="1E5D78"/>
                </a:solidFill>
              </a:defRPr>
            </a:pPr>
            <a:r>
              <a:rPr sz="1800" b="1">
                <a:solidFill>
                  <a:srgbClr val="1E5D78"/>
                </a:solidFill>
              </a:rPr>
              <a:t>→</a:t>
            </a:r>
          </a:p>
        </p:txBody>
      </p:sp>
      <p:sp>
        <p:nvSpPr>
          <p:cNvPr id="25" name="">
            <a:extLst xmlns:a="http://schemas.openxmlformats.org/drawingml/2006/main">
              <a:ext uri="{FF2B5EF4-FFF2-40B4-BE49-F238E27FC236}">
                <a16:creationId xmlns:a16="http://schemas.microsoft.com/office/drawing/2014/main" id="{FEB8BBD1-A6DB-4A66-B919-5174248717A5}"/>
              </a:ext>
            </a:extLst>
          </p:cNvPr>
          <p:cNvSpPr>
            <a:spLocks xmlns:a="http://schemas.openxmlformats.org/drawingml/2006/main" noGrp="1"/>
          </p:cNvSpPr>
          <p:nvPr/>
        </p:nvSpPr>
        <p:spPr>
          <a:xfrm xmlns:a="http://schemas.openxmlformats.org/drawingml/2006/main">
            <a:off x="10191750" y="1695450"/>
            <a:ext cx="1657350" cy="1181100"/>
          </a:xfrm>
          <a:prstGeom xmlns:a="http://schemas.openxmlformats.org/drawingml/2006/main" prst="roundRect">
            <a:avLst>
              <a:gd name="adj" fmla="val 6452"/>
            </a:avLst>
          </a:prstGeom>
          <a:solidFill xmlns:a="http://schemas.openxmlformats.org/drawingml/2006/main">
            <a:srgbClr val="FFFDFC"/>
          </a:solidFill>
          <a:ln xmlns:a="http://schemas.openxmlformats.org/drawingml/2006/main" w="9525">
            <a:solidFill>
              <a:srgbClr val="D8D3CA"/>
            </a:solidFill>
            <a:prstDash val="solid"/>
          </a:ln>
        </p:spPr>
      </p:sp>
      <p:sp>
        <p:nvSpPr>
          <p:cNvPr id="26" name="">
            <a:extLst xmlns:a="http://schemas.openxmlformats.org/drawingml/2006/main">
              <a:ext uri="{FF2B5EF4-FFF2-40B4-BE49-F238E27FC236}">
                <a16:creationId xmlns:a16="http://schemas.microsoft.com/office/drawing/2014/main" id="{E8A34386-13DE-462B-BDCB-9531F92ABD2F}"/>
              </a:ext>
            </a:extLst>
          </p:cNvPr>
          <p:cNvSpPr>
            <a:spLocks xmlns:a="http://schemas.openxmlformats.org/drawingml/2006/main" noGrp="1"/>
          </p:cNvSpPr>
          <p:nvPr/>
        </p:nvSpPr>
        <p:spPr>
          <a:xfrm xmlns:a="http://schemas.openxmlformats.org/drawingml/2006/main">
            <a:off x="10287000" y="1828800"/>
            <a:ext cx="146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125" b="1">
                <a:solidFill>
                  <a:srgbClr val="1E5D78"/>
                </a:solidFill>
              </a:defRPr>
            </a:defPPr>
            <a:lvl1pPr algn="ctr">
              <a:defRPr sz="1125" b="1">
                <a:solidFill>
                  <a:srgbClr val="1E5D78"/>
                </a:solidFill>
              </a:defRPr>
            </a:lvl1pPr>
            <a:lvl2pPr algn="ctr">
              <a:defRPr sz="1125" b="1">
                <a:solidFill>
                  <a:srgbClr val="1E5D78"/>
                </a:solidFill>
              </a:defRPr>
            </a:lvl2pPr>
            <a:lvl3pPr algn="ctr">
              <a:defRPr sz="1125" b="1">
                <a:solidFill>
                  <a:srgbClr val="1E5D78"/>
                </a:solidFill>
              </a:defRPr>
            </a:lvl3pPr>
            <a:lvl4pPr algn="ctr">
              <a:defRPr sz="1125" b="1">
                <a:solidFill>
                  <a:srgbClr val="1E5D78"/>
                </a:solidFill>
              </a:defRPr>
            </a:lvl4pPr>
            <a:lvl5pPr algn="ctr">
              <a:defRPr sz="1125" b="1">
                <a:solidFill>
                  <a:srgbClr val="1E5D78"/>
                </a:solidFill>
              </a:defRPr>
            </a:lvl5pPr>
            <a:lvl6pPr algn="ctr">
              <a:defRPr sz="1125" b="1">
                <a:solidFill>
                  <a:srgbClr val="1E5D78"/>
                </a:solidFill>
              </a:defRPr>
            </a:lvl6pPr>
            <a:lvl7pPr algn="ctr">
              <a:defRPr sz="1125" b="1">
                <a:solidFill>
                  <a:srgbClr val="1E5D78"/>
                </a:solidFill>
              </a:defRPr>
            </a:lvl7pPr>
            <a:lvl8pPr algn="ctr">
              <a:defRPr sz="1125" b="1">
                <a:solidFill>
                  <a:srgbClr val="1E5D78"/>
                </a:solidFill>
              </a:defRPr>
            </a:lvl8pPr>
            <a:lvl9pPr algn="ctr">
              <a:defRPr sz="1125" b="1">
                <a:solidFill>
                  <a:srgbClr val="1E5D78"/>
                </a:solidFill>
              </a:defRPr>
            </a:lvl9pPr>
          </a:lstStyle>
          <a:p xmlns:a="http://schemas.openxmlformats.org/drawingml/2006/main">
            <a:pPr algn="ctr">
              <a:defRPr sz="1125" b="1">
                <a:solidFill>
                  <a:srgbClr val="1E5D78"/>
                </a:solidFill>
              </a:defRPr>
            </a:pPr>
            <a:r>
              <a:rPr sz="1125" b="1">
                <a:solidFill>
                  <a:srgbClr val="1E5D78"/>
                </a:solidFill>
              </a:rPr>
              <a:t>RESULT</a:t>
            </a:r>
          </a:p>
        </p:txBody>
      </p:sp>
      <p:sp>
        <p:nvSpPr>
          <p:cNvPr id="27" name="">
            <a:extLst xmlns:a="http://schemas.openxmlformats.org/drawingml/2006/main">
              <a:ext uri="{FF2B5EF4-FFF2-40B4-BE49-F238E27FC236}">
                <a16:creationId xmlns:a16="http://schemas.microsoft.com/office/drawing/2014/main" id="{0215D505-7B12-420E-8801-9C771CC9B08D}"/>
              </a:ext>
            </a:extLst>
          </p:cNvPr>
          <p:cNvSpPr>
            <a:spLocks xmlns:a="http://schemas.openxmlformats.org/drawingml/2006/main" noGrp="1"/>
          </p:cNvSpPr>
          <p:nvPr/>
        </p:nvSpPr>
        <p:spPr>
          <a:xfrm xmlns:a="http://schemas.openxmlformats.org/drawingml/2006/main">
            <a:off x="10306050" y="2152650"/>
            <a:ext cx="1428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score • risk bar</a:t>
            </a:r>
          </a:p>
          <a:p xmlns:a="http://schemas.openxmlformats.org/drawingml/2006/main">
            <a:pPr algn="ctr">
              <a:defRPr sz="1200" b="0">
                <a:solidFill>
                  <a:srgbClr val="2C3E50"/>
                </a:solidFill>
              </a:defRPr>
            </a:pPr>
            <a:r>
              <a:rPr sz="1200" b="0">
                <a:solidFill>
                  <a:srgbClr val="2C3E50"/>
                </a:solidFill>
              </a:rPr>
              <a:t>three-step plan</a:t>
            </a:r>
          </a:p>
        </p:txBody>
      </p:sp>
      <p:sp>
        <p:nvSpPr>
          <p:cNvPr id="28" name="">
            <a:extLst xmlns:a="http://schemas.openxmlformats.org/drawingml/2006/main">
              <a:ext uri="{FF2B5EF4-FFF2-40B4-BE49-F238E27FC236}">
                <a16:creationId xmlns:a16="http://schemas.microsoft.com/office/drawing/2014/main" id="{EEB309FE-73CE-43D2-9833-BE0671AD9489}"/>
              </a:ext>
            </a:extLst>
          </p:cNvPr>
          <p:cNvSpPr>
            <a:spLocks xmlns:a="http://schemas.openxmlformats.org/drawingml/2006/main" noGrp="1"/>
          </p:cNvSpPr>
          <p:nvPr/>
        </p:nvSpPr>
        <p:spPr>
          <a:xfrm xmlns:a="http://schemas.openxmlformats.org/drawingml/2006/main">
            <a:off x="628650" y="3105150"/>
            <a:ext cx="1093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203247"/>
                </a:solidFill>
              </a:defRPr>
            </a:defPPr>
            <a:lvl1pPr algn="ctr">
              <a:defRPr sz="1350" b="1">
                <a:solidFill>
                  <a:srgbClr val="203247"/>
                </a:solidFill>
              </a:defRPr>
            </a:lvl1pPr>
            <a:lvl2pPr algn="ctr">
              <a:defRPr sz="1350" b="1">
                <a:solidFill>
                  <a:srgbClr val="203247"/>
                </a:solidFill>
              </a:defRPr>
            </a:lvl2pPr>
            <a:lvl3pPr algn="ctr">
              <a:defRPr sz="1350" b="1">
                <a:solidFill>
                  <a:srgbClr val="203247"/>
                </a:solidFill>
              </a:defRPr>
            </a:lvl3pPr>
            <a:lvl4pPr algn="ctr">
              <a:defRPr sz="1350" b="1">
                <a:solidFill>
                  <a:srgbClr val="203247"/>
                </a:solidFill>
              </a:defRPr>
            </a:lvl4pPr>
            <a:lvl5pPr algn="ctr">
              <a:defRPr sz="1350" b="1">
                <a:solidFill>
                  <a:srgbClr val="203247"/>
                </a:solidFill>
              </a:defRPr>
            </a:lvl5pPr>
            <a:lvl6pPr algn="ctr">
              <a:defRPr sz="1350" b="1">
                <a:solidFill>
                  <a:srgbClr val="203247"/>
                </a:solidFill>
              </a:defRPr>
            </a:lvl6pPr>
            <a:lvl7pPr algn="ctr">
              <a:defRPr sz="1350" b="1">
                <a:solidFill>
                  <a:srgbClr val="203247"/>
                </a:solidFill>
              </a:defRPr>
            </a:lvl7pPr>
            <a:lvl8pPr algn="ctr">
              <a:defRPr sz="1350" b="1">
                <a:solidFill>
                  <a:srgbClr val="203247"/>
                </a:solidFill>
              </a:defRPr>
            </a:lvl8pPr>
            <a:lvl9pPr algn="ctr">
              <a:defRPr sz="1350" b="1">
                <a:solidFill>
                  <a:srgbClr val="203247"/>
                </a:solidFill>
              </a:defRPr>
            </a:lvl9pPr>
          </a:lstStyle>
          <a:p xmlns:a="http://schemas.openxmlformats.org/drawingml/2006/main">
            <a:pPr algn="ctr">
              <a:defRPr sz="1350" b="1">
                <a:solidFill>
                  <a:srgbClr val="203247"/>
                </a:solidFill>
              </a:defRPr>
            </a:pPr>
            <a:r>
              <a:rPr sz="1350" b="1">
                <a:solidFill>
                  <a:srgbClr val="203247"/>
                </a:solidFill>
              </a:rPr>
              <a:t>My main challenge was variable AI scoring. The model identifies evidence; my Python layer controls every stored result.</a:t>
            </a:r>
          </a:p>
        </p:txBody>
      </p:sp>
      <p:sp>
        <p:nvSpPr>
          <p:cNvPr id="29" name="">
            <a:extLst xmlns:a="http://schemas.openxmlformats.org/drawingml/2006/main">
              <a:ext uri="{FF2B5EF4-FFF2-40B4-BE49-F238E27FC236}">
                <a16:creationId xmlns:a16="http://schemas.microsoft.com/office/drawing/2014/main" id="{1CA12E1E-D734-4A7B-A912-17FBCE670854}"/>
              </a:ext>
            </a:extLst>
          </p:cNvPr>
          <p:cNvSpPr>
            <a:spLocks xmlns:a="http://schemas.openxmlformats.org/drawingml/2006/main" noGrp="1"/>
          </p:cNvSpPr>
          <p:nvPr/>
        </p:nvSpPr>
        <p:spPr>
          <a:xfrm xmlns:a="http://schemas.openxmlformats.org/drawingml/2006/main">
            <a:off x="26289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2289987-455B-4FD0-85AB-9A09407BB27C}"/>
              </a:ext>
            </a:extLst>
          </p:cNvPr>
          <p:cNvSpPr>
            <a:spLocks xmlns:a="http://schemas.openxmlformats.org/drawingml/2006/main" noGrp="1"/>
          </p:cNvSpPr>
          <p:nvPr/>
        </p:nvSpPr>
        <p:spPr>
          <a:xfrm xmlns:a="http://schemas.openxmlformats.org/drawingml/2006/main">
            <a:off x="25336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1" name="">
            <a:extLst xmlns:a="http://schemas.openxmlformats.org/drawingml/2006/main">
              <a:ext uri="{FF2B5EF4-FFF2-40B4-BE49-F238E27FC236}">
                <a16:creationId xmlns:a16="http://schemas.microsoft.com/office/drawing/2014/main" id="{B6F3907E-FFAD-485D-90E1-E6D350E44EC5}"/>
              </a:ext>
            </a:extLst>
          </p:cNvPr>
          <p:cNvSpPr>
            <a:spLocks xmlns:a="http://schemas.openxmlformats.org/drawingml/2006/main" noGrp="1"/>
          </p:cNvSpPr>
          <p:nvPr/>
        </p:nvSpPr>
        <p:spPr>
          <a:xfrm xmlns:a="http://schemas.openxmlformats.org/drawingml/2006/main">
            <a:off x="60960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18085BB3-0802-4C17-9183-4EFBE4008C1B}"/>
              </a:ext>
            </a:extLst>
          </p:cNvPr>
          <p:cNvSpPr>
            <a:spLocks xmlns:a="http://schemas.openxmlformats.org/drawingml/2006/main" noGrp="1"/>
          </p:cNvSpPr>
          <p:nvPr/>
        </p:nvSpPr>
        <p:spPr>
          <a:xfrm xmlns:a="http://schemas.openxmlformats.org/drawingml/2006/main">
            <a:off x="60007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3" name="">
            <a:extLst xmlns:a="http://schemas.openxmlformats.org/drawingml/2006/main">
              <a:ext uri="{FF2B5EF4-FFF2-40B4-BE49-F238E27FC236}">
                <a16:creationId xmlns:a16="http://schemas.microsoft.com/office/drawing/2014/main" id="{770332FC-F45C-4346-9E8C-F157DF75D385}"/>
              </a:ext>
            </a:extLst>
          </p:cNvPr>
          <p:cNvSpPr>
            <a:spLocks xmlns:a="http://schemas.openxmlformats.org/drawingml/2006/main" noGrp="1"/>
          </p:cNvSpPr>
          <p:nvPr/>
        </p:nvSpPr>
        <p:spPr>
          <a:xfrm xmlns:a="http://schemas.openxmlformats.org/drawingml/2006/main">
            <a:off x="9563100" y="3390900"/>
            <a:ext cx="19050" cy="3619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26570E3-C0BE-4859-8FD2-063B66E58F52}"/>
              </a:ext>
            </a:extLst>
          </p:cNvPr>
          <p:cNvSpPr>
            <a:spLocks xmlns:a="http://schemas.openxmlformats.org/drawingml/2006/main" noGrp="1"/>
          </p:cNvSpPr>
          <p:nvPr/>
        </p:nvSpPr>
        <p:spPr>
          <a:xfrm xmlns:a="http://schemas.openxmlformats.org/drawingml/2006/main">
            <a:off x="9467850" y="3657600"/>
            <a:ext cx="209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750" b="1">
                <a:solidFill>
                  <a:srgbClr val="1E5D78"/>
                </a:solidFill>
              </a:defRPr>
            </a:defPPr>
            <a:lvl1pPr algn="ctr">
              <a:defRPr sz="750" b="1">
                <a:solidFill>
                  <a:srgbClr val="1E5D78"/>
                </a:solidFill>
              </a:defRPr>
            </a:lvl1pPr>
            <a:lvl2pPr algn="ctr">
              <a:defRPr sz="750" b="1">
                <a:solidFill>
                  <a:srgbClr val="1E5D78"/>
                </a:solidFill>
              </a:defRPr>
            </a:lvl2pPr>
            <a:lvl3pPr algn="ctr">
              <a:defRPr sz="750" b="1">
                <a:solidFill>
                  <a:srgbClr val="1E5D78"/>
                </a:solidFill>
              </a:defRPr>
            </a:lvl3pPr>
            <a:lvl4pPr algn="ctr">
              <a:defRPr sz="750" b="1">
                <a:solidFill>
                  <a:srgbClr val="1E5D78"/>
                </a:solidFill>
              </a:defRPr>
            </a:lvl4pPr>
            <a:lvl5pPr algn="ctr">
              <a:defRPr sz="750" b="1">
                <a:solidFill>
                  <a:srgbClr val="1E5D78"/>
                </a:solidFill>
              </a:defRPr>
            </a:lvl5pPr>
            <a:lvl6pPr algn="ctr">
              <a:defRPr sz="750" b="1">
                <a:solidFill>
                  <a:srgbClr val="1E5D78"/>
                </a:solidFill>
              </a:defRPr>
            </a:lvl6pPr>
            <a:lvl7pPr algn="ctr">
              <a:defRPr sz="750" b="1">
                <a:solidFill>
                  <a:srgbClr val="1E5D78"/>
                </a:solidFill>
              </a:defRPr>
            </a:lvl7pPr>
            <a:lvl8pPr algn="ctr">
              <a:defRPr sz="750" b="1">
                <a:solidFill>
                  <a:srgbClr val="1E5D78"/>
                </a:solidFill>
              </a:defRPr>
            </a:lvl8pPr>
            <a:lvl9pPr algn="ctr">
              <a:defRPr sz="750" b="1">
                <a:solidFill>
                  <a:srgbClr val="1E5D78"/>
                </a:solidFill>
              </a:defRPr>
            </a:lvl9pPr>
          </a:lstStyle>
          <a:p xmlns:a="http://schemas.openxmlformats.org/drawingml/2006/main">
            <a:pPr algn="ctr">
              <a:defRPr sz="750" b="1">
                <a:solidFill>
                  <a:srgbClr val="1E5D78"/>
                </a:solidFill>
              </a:defRPr>
            </a:pPr>
            <a:r>
              <a:rPr sz="750" b="1">
                <a:solidFill>
                  <a:srgbClr val="1E5D78"/>
                </a:solidFill>
              </a:rPr>
              <a:t>▼</a:t>
            </a:r>
          </a:p>
        </p:txBody>
      </p:sp>
      <p:sp>
        <p:nvSpPr>
          <p:cNvPr id="35" name="">
            <a:extLst xmlns:a="http://schemas.openxmlformats.org/drawingml/2006/main">
              <a:ext uri="{FF2B5EF4-FFF2-40B4-BE49-F238E27FC236}">
                <a16:creationId xmlns:a16="http://schemas.microsoft.com/office/drawing/2014/main" id="{1CC6F341-8DDB-472B-AC5C-B493AAB15A7F}"/>
              </a:ext>
            </a:extLst>
          </p:cNvPr>
          <p:cNvSpPr>
            <a:spLocks xmlns:a="http://schemas.openxmlformats.org/drawingml/2006/main" noGrp="1"/>
          </p:cNvSpPr>
          <p:nvPr/>
        </p:nvSpPr>
        <p:spPr>
          <a:xfrm xmlns:a="http://schemas.openxmlformats.org/drawingml/2006/main">
            <a:off x="12001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6" name="">
            <a:extLst xmlns:a="http://schemas.openxmlformats.org/drawingml/2006/main">
              <a:ext uri="{FF2B5EF4-FFF2-40B4-BE49-F238E27FC236}">
                <a16:creationId xmlns:a16="http://schemas.microsoft.com/office/drawing/2014/main" id="{D4EDF284-5E3E-4568-94DA-21254D5386A7}"/>
              </a:ext>
            </a:extLst>
          </p:cNvPr>
          <p:cNvSpPr>
            <a:spLocks xmlns:a="http://schemas.openxmlformats.org/drawingml/2006/main" noGrp="1"/>
          </p:cNvSpPr>
          <p:nvPr/>
        </p:nvSpPr>
        <p:spPr>
          <a:xfrm xmlns:a="http://schemas.openxmlformats.org/drawingml/2006/main">
            <a:off x="13906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SUPABASE</a:t>
            </a:r>
          </a:p>
        </p:txBody>
      </p:sp>
      <p:sp>
        <p:nvSpPr>
          <p:cNvPr id="37" name="">
            <a:extLst xmlns:a="http://schemas.openxmlformats.org/drawingml/2006/main">
              <a:ext uri="{FF2B5EF4-FFF2-40B4-BE49-F238E27FC236}">
                <a16:creationId xmlns:a16="http://schemas.microsoft.com/office/drawing/2014/main" id="{D28EE979-8FD3-42D6-B0BB-E954133B3FCF}"/>
              </a:ext>
            </a:extLst>
          </p:cNvPr>
          <p:cNvSpPr>
            <a:spLocks xmlns:a="http://schemas.openxmlformats.org/drawingml/2006/main" noGrp="1"/>
          </p:cNvSpPr>
          <p:nvPr/>
        </p:nvSpPr>
        <p:spPr>
          <a:xfrm xmlns:a="http://schemas.openxmlformats.org/drawingml/2006/main">
            <a:off x="13906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account email + password hash</a:t>
            </a:r>
          </a:p>
          <a:p xmlns:a="http://schemas.openxmlformats.org/drawingml/2006/main">
            <a:pPr algn="ctr">
              <a:defRPr sz="1200" b="0">
                <a:solidFill>
                  <a:srgbClr val="2C3E50"/>
                </a:solidFill>
              </a:defRPr>
            </a:pPr>
            <a:r>
              <a:rPr sz="1200" b="0">
                <a:solidFill>
                  <a:srgbClr val="2C3E50"/>
                </a:solidFill>
              </a:rPr>
              <a:t>Room Names</a:t>
            </a:r>
          </a:p>
          <a:p xmlns:a="http://schemas.openxmlformats.org/drawingml/2006/main">
            <a:pPr algn="ctr">
              <a:defRPr sz="1200" b="0">
                <a:solidFill>
                  <a:srgbClr val="2C3E50"/>
                </a:solidFill>
              </a:defRPr>
            </a:pPr>
            <a:r>
              <a:rPr sz="1200" b="0">
                <a:solidFill>
                  <a:srgbClr val="2C3E50"/>
                </a:solidFill>
              </a:rPr>
              <a:t>structured check history</a:t>
            </a:r>
          </a:p>
        </p:txBody>
      </p:sp>
      <p:sp>
        <p:nvSpPr>
          <p:cNvPr id="38" name="">
            <a:extLst xmlns:a="http://schemas.openxmlformats.org/drawingml/2006/main">
              <a:ext uri="{FF2B5EF4-FFF2-40B4-BE49-F238E27FC236}">
                <a16:creationId xmlns:a16="http://schemas.microsoft.com/office/drawing/2014/main" id="{79443C19-9A23-43DA-B9A1-AF8E396312CA}"/>
              </a:ext>
            </a:extLst>
          </p:cNvPr>
          <p:cNvSpPr>
            <a:spLocks xmlns:a="http://schemas.openxmlformats.org/drawingml/2006/main" noGrp="1"/>
          </p:cNvSpPr>
          <p:nvPr/>
        </p:nvSpPr>
        <p:spPr>
          <a:xfrm xmlns:a="http://schemas.openxmlformats.org/drawingml/2006/main">
            <a:off x="46672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39" name="">
            <a:extLst xmlns:a="http://schemas.openxmlformats.org/drawingml/2006/main">
              <a:ext uri="{FF2B5EF4-FFF2-40B4-BE49-F238E27FC236}">
                <a16:creationId xmlns:a16="http://schemas.microsoft.com/office/drawing/2014/main" id="{1C78A045-F652-48A9-A19F-6FA9D620C154}"/>
              </a:ext>
            </a:extLst>
          </p:cNvPr>
          <p:cNvSpPr>
            <a:spLocks xmlns:a="http://schemas.openxmlformats.org/drawingml/2006/main" noGrp="1"/>
          </p:cNvSpPr>
          <p:nvPr/>
        </p:nvSpPr>
        <p:spPr>
          <a:xfrm xmlns:a="http://schemas.openxmlformats.org/drawingml/2006/main">
            <a:off x="48577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BREVO EMAIL API</a:t>
            </a:r>
          </a:p>
        </p:txBody>
      </p:sp>
      <p:sp>
        <p:nvSpPr>
          <p:cNvPr id="40" name="">
            <a:extLst xmlns:a="http://schemas.openxmlformats.org/drawingml/2006/main">
              <a:ext uri="{FF2B5EF4-FFF2-40B4-BE49-F238E27FC236}">
                <a16:creationId xmlns:a16="http://schemas.microsoft.com/office/drawing/2014/main" id="{5EFF85DD-03DE-4691-8F15-68A3C139F1BF}"/>
              </a:ext>
            </a:extLst>
          </p:cNvPr>
          <p:cNvSpPr>
            <a:spLocks xmlns:a="http://schemas.openxmlformats.org/drawingml/2006/main" noGrp="1"/>
          </p:cNvSpPr>
          <p:nvPr/>
        </p:nvSpPr>
        <p:spPr>
          <a:xfrm xmlns:a="http://schemas.openxmlformats.org/drawingml/2006/main">
            <a:off x="48577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sends password reset codes</a:t>
            </a:r>
          </a:p>
          <a:p xmlns:a="http://schemas.openxmlformats.org/drawingml/2006/main">
            <a:pPr algn="ctr">
              <a:defRPr sz="1200" b="0">
                <a:solidFill>
                  <a:srgbClr val="2C3E50"/>
                </a:solidFill>
              </a:defRPr>
            </a:pPr>
            <a:r>
              <a:rPr sz="1200" b="0">
                <a:solidFill>
                  <a:srgbClr val="2C3E50"/>
                </a:solidFill>
              </a:rPr>
              <a:t>and text-only safety summaries</a:t>
            </a:r>
          </a:p>
          <a:p xmlns:a="http://schemas.openxmlformats.org/drawingml/2006/main">
            <a:pPr algn="ctr">
              <a:defRPr sz="1200" b="0">
                <a:solidFill>
                  <a:srgbClr val="2C3E50"/>
                </a:solidFill>
              </a:defRPr>
            </a:pPr>
            <a:r>
              <a:rPr sz="1200" b="0">
                <a:solidFill>
                  <a:srgbClr val="2C3E50"/>
                </a:solidFill>
              </a:rPr>
              <a:t>to as many as five recipients</a:t>
            </a:r>
          </a:p>
        </p:txBody>
      </p:sp>
      <p:sp>
        <p:nvSpPr>
          <p:cNvPr id="41" name="">
            <a:extLst xmlns:a="http://schemas.openxmlformats.org/drawingml/2006/main">
              <a:ext uri="{FF2B5EF4-FFF2-40B4-BE49-F238E27FC236}">
                <a16:creationId xmlns:a16="http://schemas.microsoft.com/office/drawing/2014/main" id="{E85CDF09-99D2-4D48-80C9-B583B33C6066}"/>
              </a:ext>
            </a:extLst>
          </p:cNvPr>
          <p:cNvSpPr>
            <a:spLocks xmlns:a="http://schemas.openxmlformats.org/drawingml/2006/main" noGrp="1"/>
          </p:cNvSpPr>
          <p:nvPr/>
        </p:nvSpPr>
        <p:spPr>
          <a:xfrm xmlns:a="http://schemas.openxmlformats.org/drawingml/2006/main">
            <a:off x="8134350" y="3867150"/>
            <a:ext cx="2857500" cy="1352550"/>
          </a:xfrm>
          <a:prstGeom xmlns:a="http://schemas.openxmlformats.org/drawingml/2006/main" prst="roundRect">
            <a:avLst>
              <a:gd name="adj" fmla="val 5634"/>
            </a:avLst>
          </a:prstGeom>
          <a:solidFill xmlns:a="http://schemas.openxmlformats.org/drawingml/2006/main">
            <a:srgbClr val="E3EEF1"/>
          </a:solidFill>
          <a:ln xmlns:a="http://schemas.openxmlformats.org/drawingml/2006/main" w="9525">
            <a:solidFill>
              <a:srgbClr val="1E5D78"/>
            </a:solidFill>
            <a:prstDash val="solid"/>
          </a:ln>
        </p:spPr>
      </p:sp>
      <p:sp>
        <p:nvSpPr>
          <p:cNvPr id="42" name="">
            <a:extLst xmlns:a="http://schemas.openxmlformats.org/drawingml/2006/main">
              <a:ext uri="{FF2B5EF4-FFF2-40B4-BE49-F238E27FC236}">
                <a16:creationId xmlns:a16="http://schemas.microsoft.com/office/drawing/2014/main" id="{7A77BF7C-3165-4A3B-84BB-D7673D230914}"/>
              </a:ext>
            </a:extLst>
          </p:cNvPr>
          <p:cNvSpPr>
            <a:spLocks xmlns:a="http://schemas.openxmlformats.org/drawingml/2006/main" noGrp="1"/>
          </p:cNvSpPr>
          <p:nvPr/>
        </p:nvSpPr>
        <p:spPr>
          <a:xfrm xmlns:a="http://schemas.openxmlformats.org/drawingml/2006/main">
            <a:off x="8324850" y="4019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350" b="1">
                <a:solidFill>
                  <a:srgbClr val="1E5D78"/>
                </a:solidFill>
              </a:defRPr>
            </a:defPPr>
            <a:lvl1pPr algn="ctr">
              <a:defRPr sz="1350" b="1">
                <a:solidFill>
                  <a:srgbClr val="1E5D78"/>
                </a:solidFill>
              </a:defRPr>
            </a:lvl1pPr>
            <a:lvl2pPr algn="ctr">
              <a:defRPr sz="1350" b="1">
                <a:solidFill>
                  <a:srgbClr val="1E5D78"/>
                </a:solidFill>
              </a:defRPr>
            </a:lvl2pPr>
            <a:lvl3pPr algn="ctr">
              <a:defRPr sz="1350" b="1">
                <a:solidFill>
                  <a:srgbClr val="1E5D78"/>
                </a:solidFill>
              </a:defRPr>
            </a:lvl3pPr>
            <a:lvl4pPr algn="ctr">
              <a:defRPr sz="1350" b="1">
                <a:solidFill>
                  <a:srgbClr val="1E5D78"/>
                </a:solidFill>
              </a:defRPr>
            </a:lvl4pPr>
            <a:lvl5pPr algn="ctr">
              <a:defRPr sz="1350" b="1">
                <a:solidFill>
                  <a:srgbClr val="1E5D78"/>
                </a:solidFill>
              </a:defRPr>
            </a:lvl5pPr>
            <a:lvl6pPr algn="ctr">
              <a:defRPr sz="1350" b="1">
                <a:solidFill>
                  <a:srgbClr val="1E5D78"/>
                </a:solidFill>
              </a:defRPr>
            </a:lvl6pPr>
            <a:lvl7pPr algn="ctr">
              <a:defRPr sz="1350" b="1">
                <a:solidFill>
                  <a:srgbClr val="1E5D78"/>
                </a:solidFill>
              </a:defRPr>
            </a:lvl7pPr>
            <a:lvl8pPr algn="ctr">
              <a:defRPr sz="1350" b="1">
                <a:solidFill>
                  <a:srgbClr val="1E5D78"/>
                </a:solidFill>
              </a:defRPr>
            </a:lvl8pPr>
            <a:lvl9pPr algn="ctr">
              <a:defRPr sz="1350" b="1">
                <a:solidFill>
                  <a:srgbClr val="1E5D78"/>
                </a:solidFill>
              </a:defRPr>
            </a:lvl9pPr>
          </a:lstStyle>
          <a:p xmlns:a="http://schemas.openxmlformats.org/drawingml/2006/main">
            <a:pPr algn="ctr">
              <a:defRPr sz="1350" b="1">
                <a:solidFill>
                  <a:srgbClr val="1E5D78"/>
                </a:solidFill>
              </a:defRPr>
            </a:pPr>
            <a:r>
              <a:rPr sz="1350" b="1">
                <a:solidFill>
                  <a:srgbClr val="1E5D78"/>
                </a:solidFill>
              </a:rPr>
              <a:t>ACTIVE SESSION</a:t>
            </a:r>
          </a:p>
        </p:txBody>
      </p:sp>
      <p:sp>
        <p:nvSpPr>
          <p:cNvPr id="43" name="">
            <a:extLst xmlns:a="http://schemas.openxmlformats.org/drawingml/2006/main">
              <a:ext uri="{FF2B5EF4-FFF2-40B4-BE49-F238E27FC236}">
                <a16:creationId xmlns:a16="http://schemas.microsoft.com/office/drawing/2014/main" id="{5ECB07A8-AE8F-423B-BD65-E5B84B203ACF}"/>
              </a:ext>
            </a:extLst>
          </p:cNvPr>
          <p:cNvSpPr>
            <a:spLocks xmlns:a="http://schemas.openxmlformats.org/drawingml/2006/main" noGrp="1"/>
          </p:cNvSpPr>
          <p:nvPr/>
        </p:nvSpPr>
        <p:spPr>
          <a:xfrm xmlns:a="http://schemas.openxmlformats.org/drawingml/2006/main">
            <a:off x="8324850" y="43434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0">
                <a:solidFill>
                  <a:srgbClr val="2C3E50"/>
                </a:solidFill>
              </a:defRPr>
            </a:defPPr>
            <a:lvl1pPr algn="ctr">
              <a:defRPr sz="1200" b="0">
                <a:solidFill>
                  <a:srgbClr val="2C3E50"/>
                </a:solidFill>
              </a:defRPr>
            </a:lvl1pPr>
            <a:lvl2pPr algn="ctr">
              <a:defRPr sz="1200" b="0">
                <a:solidFill>
                  <a:srgbClr val="2C3E50"/>
                </a:solidFill>
              </a:defRPr>
            </a:lvl2pPr>
            <a:lvl3pPr algn="ctr">
              <a:defRPr sz="1200" b="0">
                <a:solidFill>
                  <a:srgbClr val="2C3E50"/>
                </a:solidFill>
              </a:defRPr>
            </a:lvl3pPr>
            <a:lvl4pPr algn="ctr">
              <a:defRPr sz="1200" b="0">
                <a:solidFill>
                  <a:srgbClr val="2C3E50"/>
                </a:solidFill>
              </a:defRPr>
            </a:lvl4pPr>
            <a:lvl5pPr algn="ctr">
              <a:defRPr sz="1200" b="0">
                <a:solidFill>
                  <a:srgbClr val="2C3E50"/>
                </a:solidFill>
              </a:defRPr>
            </a:lvl5pPr>
            <a:lvl6pPr algn="ctr">
              <a:defRPr sz="1200" b="0">
                <a:solidFill>
                  <a:srgbClr val="2C3E50"/>
                </a:solidFill>
              </a:defRPr>
            </a:lvl6pPr>
            <a:lvl7pPr algn="ctr">
              <a:defRPr sz="1200" b="0">
                <a:solidFill>
                  <a:srgbClr val="2C3E50"/>
                </a:solidFill>
              </a:defRPr>
            </a:lvl7pPr>
            <a:lvl8pPr algn="ctr">
              <a:defRPr sz="1200" b="0">
                <a:solidFill>
                  <a:srgbClr val="2C3E50"/>
                </a:solidFill>
              </a:defRPr>
            </a:lvl8pPr>
            <a:lvl9pPr algn="ctr">
              <a:defRPr sz="1200" b="0">
                <a:solidFill>
                  <a:srgbClr val="2C3E50"/>
                </a:solidFill>
              </a:defRPr>
            </a:lvl9pPr>
          </a:lstStyle>
          <a:p xmlns:a="http://schemas.openxmlformats.org/drawingml/2006/main">
            <a:pPr algn="ctr">
              <a:defRPr sz="1200" b="0">
                <a:solidFill>
                  <a:srgbClr val="2C3E50"/>
                </a:solidFill>
              </a:defRPr>
            </a:pPr>
            <a:r>
              <a:rPr sz="1200" b="0">
                <a:solidFill>
                  <a:srgbClr val="2C3E50"/>
                </a:solidFill>
              </a:rPr>
              <a:t>current photo + analysis state</a:t>
            </a:r>
          </a:p>
          <a:p xmlns:a="http://schemas.openxmlformats.org/drawingml/2006/main">
            <a:pPr algn="ctr">
              <a:defRPr sz="1200" b="0">
                <a:solidFill>
                  <a:srgbClr val="2C3E50"/>
                </a:solidFill>
              </a:defRPr>
            </a:pPr>
            <a:r>
              <a:rPr sz="1200" b="0">
                <a:solidFill>
                  <a:srgbClr val="2C3E50"/>
                </a:solidFill>
              </a:rPr>
              <a:t>connect pages during the check</a:t>
            </a:r>
          </a:p>
          <a:p xmlns:a="http://schemas.openxmlformats.org/drawingml/2006/main">
            <a:pPr algn="ctr">
              <a:defRPr sz="1200" b="0">
                <a:solidFill>
                  <a:srgbClr val="2C3E50"/>
                </a:solidFill>
              </a:defRPr>
            </a:pPr>
            <a:r>
              <a:rPr sz="1200" b="0">
                <a:solidFill>
                  <a:srgbClr val="2C3E50"/>
                </a:solidFill>
              </a:rPr>
              <a:t>photo is not saved</a:t>
            </a:r>
          </a:p>
        </p:txBody>
      </p:sp>
      <p:sp>
        <p:nvSpPr>
          <p:cNvPr id="44" name="">
            <a:extLst xmlns:a="http://schemas.openxmlformats.org/drawingml/2006/main">
              <a:ext uri="{FF2B5EF4-FFF2-40B4-BE49-F238E27FC236}">
                <a16:creationId xmlns:a16="http://schemas.microsoft.com/office/drawing/2014/main" id="{5EC3D5A8-4FB1-4A60-B32D-685D5F8C41E0}"/>
              </a:ext>
            </a:extLst>
          </p:cNvPr>
          <p:cNvSpPr>
            <a:spLocks xmlns:a="http://schemas.openxmlformats.org/drawingml/2006/main" noGrp="1"/>
          </p:cNvSpPr>
          <p:nvPr/>
        </p:nvSpPr>
        <p:spPr>
          <a:xfrm xmlns:a="http://schemas.openxmlformats.org/drawingml/2006/main">
            <a:off x="628650" y="54864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00" b="1">
                <a:solidFill>
                  <a:srgbClr val="203247"/>
                </a:solidFill>
              </a:defRPr>
            </a:defPPr>
            <a:lvl1pPr algn="ctr">
              <a:defRPr sz="1200" b="1">
                <a:solidFill>
                  <a:srgbClr val="203247"/>
                </a:solidFill>
              </a:defRPr>
            </a:lvl1pPr>
            <a:lvl2pPr algn="ctr">
              <a:defRPr sz="1200" b="1">
                <a:solidFill>
                  <a:srgbClr val="203247"/>
                </a:solidFill>
              </a:defRPr>
            </a:lvl2pPr>
            <a:lvl3pPr algn="ctr">
              <a:defRPr sz="1200" b="1">
                <a:solidFill>
                  <a:srgbClr val="203247"/>
                </a:solidFill>
              </a:defRPr>
            </a:lvl3pPr>
            <a:lvl4pPr algn="ctr">
              <a:defRPr sz="1200" b="1">
                <a:solidFill>
                  <a:srgbClr val="203247"/>
                </a:solidFill>
              </a:defRPr>
            </a:lvl4pPr>
            <a:lvl5pPr algn="ctr">
              <a:defRPr sz="1200" b="1">
                <a:solidFill>
                  <a:srgbClr val="203247"/>
                </a:solidFill>
              </a:defRPr>
            </a:lvl5pPr>
            <a:lvl6pPr algn="ctr">
              <a:defRPr sz="1200" b="1">
                <a:solidFill>
                  <a:srgbClr val="203247"/>
                </a:solidFill>
              </a:defRPr>
            </a:lvl6pPr>
            <a:lvl7pPr algn="ctr">
              <a:defRPr sz="1200" b="1">
                <a:solidFill>
                  <a:srgbClr val="203247"/>
                </a:solidFill>
              </a:defRPr>
            </a:lvl7pPr>
            <a:lvl8pPr algn="ctr">
              <a:defRPr sz="1200" b="1">
                <a:solidFill>
                  <a:srgbClr val="203247"/>
                </a:solidFill>
              </a:defRPr>
            </a:lvl8pPr>
            <a:lvl9pPr algn="ctr">
              <a:defRPr sz="1200" b="1">
                <a:solidFill>
                  <a:srgbClr val="203247"/>
                </a:solidFill>
              </a:defRPr>
            </a:lvl9pPr>
          </a:lstStyle>
          <a:p xmlns:a="http://schemas.openxmlformats.org/drawingml/2006/main">
            <a:pPr algn="ctr">
              <a:defRPr sz="1200" b="1">
                <a:solidFill>
                  <a:srgbClr val="203247"/>
                </a:solidFill>
              </a:defRPr>
            </a:pPr>
            <a:r>
              <a:rPr sz="1200" b="1">
                <a:solidFill>
                  <a:srgbClr val="203247"/>
                </a:solidFill>
              </a:rPr>
              <a:t>Built with Python, Streamlit, CSS, OpenAI Vision, Supabase, and Brevo. Invalid AI values use tested defaults, and room photos are not stored.</a:t>
            </a:r>
          </a:p>
        </p:txBody>
      </p:sp>
    </p:spTree>
    <p:extLst>
      <p:ext uri="{BB962C8B-B14F-4D97-AF65-F5344CB8AC3E}">
        <p14:creationId xmlns:p14="http://schemas.microsoft.com/office/powerpoint/2010/main" val="428931437"/>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C5D4AB6-B58A-452D-BB3D-4DB157F7BD8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464A48-3FA9-4004-AB40-6CC1F7E2A1B0}"/>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How the score stays consistent</a:t>
            </a:r>
          </a:p>
        </p:txBody>
      </p:sp>
      <p:sp>
        <p:nvSpPr>
          <p:cNvPr id="3" name="">
            <a:extLst xmlns:a="http://schemas.openxmlformats.org/drawingml/2006/main">
              <a:ext uri="{FF2B5EF4-FFF2-40B4-BE49-F238E27FC236}">
                <a16:creationId xmlns:a16="http://schemas.microsoft.com/office/drawing/2014/main" id="{886F823F-8172-405E-8CDF-EBE6A0CAB034}"/>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Three inputs contribute to one room score, capped at 100.</a:t>
            </a:r>
          </a:p>
        </p:txBody>
      </p:sp>
      <p:sp>
        <p:nvSpPr>
          <p:cNvPr id="4" name="">
            <a:extLst xmlns:a="http://schemas.openxmlformats.org/drawingml/2006/main">
              <a:ext uri="{FF2B5EF4-FFF2-40B4-BE49-F238E27FC236}">
                <a16:creationId xmlns:a16="http://schemas.microsoft.com/office/drawing/2014/main" id="{265AC93C-9A57-4AC6-A30B-4172B407C0F9}"/>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4</a:t>
            </a:r>
          </a:p>
        </p:txBody>
      </p:sp>
      <p:sp>
        <p:nvSpPr>
          <p:cNvPr id="5" name="">
            <a:extLst xmlns:a="http://schemas.openxmlformats.org/drawingml/2006/main">
              <a:ext uri="{FF2B5EF4-FFF2-40B4-BE49-F238E27FC236}">
                <a16:creationId xmlns:a16="http://schemas.microsoft.com/office/drawing/2014/main" id="{3BF37313-1D96-4C8F-AE79-3D7B8EAAC9F5}"/>
              </a:ext>
            </a:extLst>
          </p:cNvPr>
          <p:cNvSpPr>
            <a:spLocks xmlns:a="http://schemas.openxmlformats.org/drawingml/2006/main" noGrp="1"/>
          </p:cNvSpPr>
          <p:nvPr/>
        </p:nvSpPr>
        <p:spPr>
          <a:xfrm xmlns:a="http://schemas.openxmlformats.org/drawingml/2006/main">
            <a:off x="7620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1E5D78"/>
                </a:solidFill>
              </a:defRPr>
            </a:defPPr>
            <a:lvl1pPr algn="l">
              <a:defRPr sz="1125" b="1">
                <a:solidFill>
                  <a:srgbClr val="1E5D78"/>
                </a:solidFill>
              </a:defRPr>
            </a:lvl1pPr>
            <a:lvl2pPr algn="l">
              <a:defRPr sz="1125" b="1">
                <a:solidFill>
                  <a:srgbClr val="1E5D78"/>
                </a:solidFill>
              </a:defRPr>
            </a:lvl2pPr>
            <a:lvl3pPr algn="l">
              <a:defRPr sz="1125" b="1">
                <a:solidFill>
                  <a:srgbClr val="1E5D78"/>
                </a:solidFill>
              </a:defRPr>
            </a:lvl3pPr>
            <a:lvl4pPr algn="l">
              <a:defRPr sz="1125" b="1">
                <a:solidFill>
                  <a:srgbClr val="1E5D78"/>
                </a:solidFill>
              </a:defRPr>
            </a:lvl4pPr>
            <a:lvl5pPr algn="l">
              <a:defRPr sz="1125" b="1">
                <a:solidFill>
                  <a:srgbClr val="1E5D78"/>
                </a:solidFill>
              </a:defRPr>
            </a:lvl5pPr>
            <a:lvl6pPr algn="l">
              <a:defRPr sz="1125" b="1">
                <a:solidFill>
                  <a:srgbClr val="1E5D78"/>
                </a:solidFill>
              </a:defRPr>
            </a:lvl6pPr>
            <a:lvl7pPr algn="l">
              <a:defRPr sz="1125" b="1">
                <a:solidFill>
                  <a:srgbClr val="1E5D78"/>
                </a:solidFill>
              </a:defRPr>
            </a:lvl7pPr>
            <a:lvl8pPr algn="l">
              <a:defRPr sz="1125" b="1">
                <a:solidFill>
                  <a:srgbClr val="1E5D78"/>
                </a:solidFill>
              </a:defRPr>
            </a:lvl8pPr>
            <a:lvl9pPr algn="l">
              <a:defRPr sz="1125" b="1">
                <a:solidFill>
                  <a:srgbClr val="1E5D78"/>
                </a:solidFill>
              </a:defRPr>
            </a:lvl9pPr>
          </a:lstStyle>
          <a:p xmlns:a="http://schemas.openxmlformats.org/drawingml/2006/main">
            <a:pPr algn="l">
              <a:defRPr sz="1125" b="1">
                <a:solidFill>
                  <a:srgbClr val="1E5D78"/>
                </a:solidFill>
              </a:defRPr>
            </a:pPr>
            <a:r>
              <a:rPr sz="1125" b="1">
                <a:solidFill>
                  <a:srgbClr val="1E5D78"/>
                </a:solidFill>
              </a:rPr>
              <a:t>VISIBLE HAZARDS</a:t>
            </a:r>
          </a:p>
        </p:txBody>
      </p:sp>
      <p:sp>
        <p:nvSpPr>
          <p:cNvPr id="6" name="">
            <a:extLst xmlns:a="http://schemas.openxmlformats.org/drawingml/2006/main">
              <a:ext uri="{FF2B5EF4-FFF2-40B4-BE49-F238E27FC236}">
                <a16:creationId xmlns:a16="http://schemas.microsoft.com/office/drawing/2014/main" id="{87C8B478-8B6C-44FD-A7DA-35E921B93D64}"/>
              </a:ext>
            </a:extLst>
          </p:cNvPr>
          <p:cNvSpPr>
            <a:spLocks xmlns:a="http://schemas.openxmlformats.org/drawingml/2006/main" noGrp="1"/>
          </p:cNvSpPr>
          <p:nvPr/>
        </p:nvSpPr>
        <p:spPr>
          <a:xfrm xmlns:a="http://schemas.openxmlformats.org/drawingml/2006/main">
            <a:off x="7620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vl1pPr algn="l">
              <a:defRPr sz="2025" b="1">
                <a:solidFill>
                  <a:srgbClr val="203247"/>
                </a:solidFill>
              </a:defRPr>
            </a:lvl1pPr>
            <a:lvl2pPr algn="l">
              <a:defRPr sz="2025" b="1">
                <a:solidFill>
                  <a:srgbClr val="203247"/>
                </a:solidFill>
              </a:defRPr>
            </a:lvl2pPr>
            <a:lvl3pPr algn="l">
              <a:defRPr sz="2025" b="1">
                <a:solidFill>
                  <a:srgbClr val="203247"/>
                </a:solidFill>
              </a:defRPr>
            </a:lvl3pPr>
            <a:lvl4pPr algn="l">
              <a:defRPr sz="2025" b="1">
                <a:solidFill>
                  <a:srgbClr val="203247"/>
                </a:solidFill>
              </a:defRPr>
            </a:lvl4pPr>
            <a:lvl5pPr algn="l">
              <a:defRPr sz="2025" b="1">
                <a:solidFill>
                  <a:srgbClr val="203247"/>
                </a:solidFill>
              </a:defRPr>
            </a:lvl5pPr>
            <a:lvl6pPr algn="l">
              <a:defRPr sz="2025" b="1">
                <a:solidFill>
                  <a:srgbClr val="203247"/>
                </a:solidFill>
              </a:defRPr>
            </a:lvl6pPr>
            <a:lvl7pPr algn="l">
              <a:defRPr sz="2025" b="1">
                <a:solidFill>
                  <a:srgbClr val="203247"/>
                </a:solidFill>
              </a:defRPr>
            </a:lvl7pPr>
            <a:lvl8pPr algn="l">
              <a:defRPr sz="2025" b="1">
                <a:solidFill>
                  <a:srgbClr val="203247"/>
                </a:solidFill>
              </a:defRPr>
            </a:lvl8pPr>
            <a:lvl9pPr algn="l">
              <a:defRPr sz="2025" b="1">
                <a:solidFill>
                  <a:srgbClr val="203247"/>
                </a:solidFill>
              </a:defRPr>
            </a:lvl9pPr>
          </a:lstStyle>
          <a:p xmlns:a="http://schemas.openxmlformats.org/drawingml/2006/main">
            <a:pPr algn="l">
              <a:defRPr sz="2025" b="1">
                <a:solidFill>
                  <a:srgbClr val="203247"/>
                </a:solidFill>
              </a:defRPr>
            </a:pPr>
            <a:r>
              <a:rPr sz="2025" b="1">
                <a:solidFill>
                  <a:srgbClr val="203247"/>
                </a:solidFill>
              </a:rPr>
              <a:t>1-15 points each</a:t>
            </a:r>
          </a:p>
        </p:txBody>
      </p:sp>
      <p:sp>
        <p:nvSpPr>
          <p:cNvPr id="7" name="">
            <a:extLst xmlns:a="http://schemas.openxmlformats.org/drawingml/2006/main">
              <a:ext uri="{FF2B5EF4-FFF2-40B4-BE49-F238E27FC236}">
                <a16:creationId xmlns:a16="http://schemas.microsoft.com/office/drawing/2014/main" id="{43D43A8A-72E8-4323-BB1A-6A68848B8933}"/>
              </a:ext>
            </a:extLst>
          </p:cNvPr>
          <p:cNvSpPr>
            <a:spLocks xmlns:a="http://schemas.openxmlformats.org/drawingml/2006/main" noGrp="1"/>
          </p:cNvSpPr>
          <p:nvPr/>
        </p:nvSpPr>
        <p:spPr>
          <a:xfrm xmlns:a="http://schemas.openxmlformats.org/drawingml/2006/main">
            <a:off x="45339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2F7D68"/>
                </a:solidFill>
              </a:defRPr>
            </a:defPPr>
            <a:lvl1pPr algn="l">
              <a:defRPr sz="1125" b="1">
                <a:solidFill>
                  <a:srgbClr val="2F7D68"/>
                </a:solidFill>
              </a:defRPr>
            </a:lvl1pPr>
            <a:lvl2pPr algn="l">
              <a:defRPr sz="1125" b="1">
                <a:solidFill>
                  <a:srgbClr val="2F7D68"/>
                </a:solidFill>
              </a:defRPr>
            </a:lvl2pPr>
            <a:lvl3pPr algn="l">
              <a:defRPr sz="1125" b="1">
                <a:solidFill>
                  <a:srgbClr val="2F7D68"/>
                </a:solidFill>
              </a:defRPr>
            </a:lvl3pPr>
            <a:lvl4pPr algn="l">
              <a:defRPr sz="1125" b="1">
                <a:solidFill>
                  <a:srgbClr val="2F7D68"/>
                </a:solidFill>
              </a:defRPr>
            </a:lvl4pPr>
            <a:lvl5pPr algn="l">
              <a:defRPr sz="1125" b="1">
                <a:solidFill>
                  <a:srgbClr val="2F7D68"/>
                </a:solidFill>
              </a:defRPr>
            </a:lvl5pPr>
            <a:lvl6pPr algn="l">
              <a:defRPr sz="1125" b="1">
                <a:solidFill>
                  <a:srgbClr val="2F7D68"/>
                </a:solidFill>
              </a:defRPr>
            </a:lvl6pPr>
            <a:lvl7pPr algn="l">
              <a:defRPr sz="1125" b="1">
                <a:solidFill>
                  <a:srgbClr val="2F7D68"/>
                </a:solidFill>
              </a:defRPr>
            </a:lvl7pPr>
            <a:lvl8pPr algn="l">
              <a:defRPr sz="1125" b="1">
                <a:solidFill>
                  <a:srgbClr val="2F7D68"/>
                </a:solidFill>
              </a:defRPr>
            </a:lvl8pPr>
            <a:lvl9pPr algn="l">
              <a:defRPr sz="1125" b="1">
                <a:solidFill>
                  <a:srgbClr val="2F7D68"/>
                </a:solidFill>
              </a:defRPr>
            </a:lvl9pPr>
          </a:lstStyle>
          <a:p xmlns:a="http://schemas.openxmlformats.org/drawingml/2006/main">
            <a:pPr algn="l">
              <a:defRPr sz="1125" b="1">
                <a:solidFill>
                  <a:srgbClr val="2F7D68"/>
                </a:solidFill>
              </a:defRPr>
            </a:pPr>
            <a:r>
              <a:rPr sz="1125" b="1">
                <a:solidFill>
                  <a:srgbClr val="2F7D68"/>
                </a:solidFill>
              </a:rPr>
              <a:t>FOLLOW-UP CONCERNS</a:t>
            </a:r>
          </a:p>
        </p:txBody>
      </p:sp>
      <p:sp>
        <p:nvSpPr>
          <p:cNvPr id="8" name="">
            <a:extLst xmlns:a="http://schemas.openxmlformats.org/drawingml/2006/main">
              <a:ext uri="{FF2B5EF4-FFF2-40B4-BE49-F238E27FC236}">
                <a16:creationId xmlns:a16="http://schemas.microsoft.com/office/drawing/2014/main" id="{3E927314-884B-4F06-B0FB-36DFDF53570B}"/>
              </a:ext>
            </a:extLst>
          </p:cNvPr>
          <p:cNvSpPr>
            <a:spLocks xmlns:a="http://schemas.openxmlformats.org/drawingml/2006/main" noGrp="1"/>
          </p:cNvSpPr>
          <p:nvPr/>
        </p:nvSpPr>
        <p:spPr>
          <a:xfrm xmlns:a="http://schemas.openxmlformats.org/drawingml/2006/main">
            <a:off x="45339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vl1pPr algn="l">
              <a:defRPr sz="2025" b="1">
                <a:solidFill>
                  <a:srgbClr val="203247"/>
                </a:solidFill>
              </a:defRPr>
            </a:lvl1pPr>
            <a:lvl2pPr algn="l">
              <a:defRPr sz="2025" b="1">
                <a:solidFill>
                  <a:srgbClr val="203247"/>
                </a:solidFill>
              </a:defRPr>
            </a:lvl2pPr>
            <a:lvl3pPr algn="l">
              <a:defRPr sz="2025" b="1">
                <a:solidFill>
                  <a:srgbClr val="203247"/>
                </a:solidFill>
              </a:defRPr>
            </a:lvl3pPr>
            <a:lvl4pPr algn="l">
              <a:defRPr sz="2025" b="1">
                <a:solidFill>
                  <a:srgbClr val="203247"/>
                </a:solidFill>
              </a:defRPr>
            </a:lvl4pPr>
            <a:lvl5pPr algn="l">
              <a:defRPr sz="2025" b="1">
                <a:solidFill>
                  <a:srgbClr val="203247"/>
                </a:solidFill>
              </a:defRPr>
            </a:lvl5pPr>
            <a:lvl6pPr algn="l">
              <a:defRPr sz="2025" b="1">
                <a:solidFill>
                  <a:srgbClr val="203247"/>
                </a:solidFill>
              </a:defRPr>
            </a:lvl6pPr>
            <a:lvl7pPr algn="l">
              <a:defRPr sz="2025" b="1">
                <a:solidFill>
                  <a:srgbClr val="203247"/>
                </a:solidFill>
              </a:defRPr>
            </a:lvl7pPr>
            <a:lvl8pPr algn="l">
              <a:defRPr sz="2025" b="1">
                <a:solidFill>
                  <a:srgbClr val="203247"/>
                </a:solidFill>
              </a:defRPr>
            </a:lvl8pPr>
            <a:lvl9pPr algn="l">
              <a:defRPr sz="2025" b="1">
                <a:solidFill>
                  <a:srgbClr val="203247"/>
                </a:solidFill>
              </a:defRPr>
            </a:lvl9pPr>
          </a:lstStyle>
          <a:p xmlns:a="http://schemas.openxmlformats.org/drawingml/2006/main">
            <a:pPr algn="l">
              <a:defRPr sz="2025" b="1">
                <a:solidFill>
                  <a:srgbClr val="203247"/>
                </a:solidFill>
              </a:defRPr>
            </a:pPr>
            <a:r>
              <a:rPr sz="2025" b="1">
                <a:solidFill>
                  <a:srgbClr val="203247"/>
                </a:solidFill>
              </a:rPr>
              <a:t>Weighted by answer</a:t>
            </a:r>
          </a:p>
        </p:txBody>
      </p:sp>
      <p:sp>
        <p:nvSpPr>
          <p:cNvPr id="9" name="">
            <a:extLst xmlns:a="http://schemas.openxmlformats.org/drawingml/2006/main">
              <a:ext uri="{FF2B5EF4-FFF2-40B4-BE49-F238E27FC236}">
                <a16:creationId xmlns:a16="http://schemas.microsoft.com/office/drawing/2014/main" id="{4D8936A6-15F6-4ED2-BFCE-2085F5DAC7C5}"/>
              </a:ext>
            </a:extLst>
          </p:cNvPr>
          <p:cNvSpPr>
            <a:spLocks xmlns:a="http://schemas.openxmlformats.org/drawingml/2006/main" noGrp="1"/>
          </p:cNvSpPr>
          <p:nvPr/>
        </p:nvSpPr>
        <p:spPr>
          <a:xfrm xmlns:a="http://schemas.openxmlformats.org/drawingml/2006/main">
            <a:off x="8305800" y="21145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125" b="1">
                <a:solidFill>
                  <a:srgbClr val="C9793A"/>
                </a:solidFill>
              </a:defRPr>
            </a:defPPr>
            <a:lvl1pPr algn="l">
              <a:defRPr sz="1125" b="1">
                <a:solidFill>
                  <a:srgbClr val="C9793A"/>
                </a:solidFill>
              </a:defRPr>
            </a:lvl1pPr>
            <a:lvl2pPr algn="l">
              <a:defRPr sz="1125" b="1">
                <a:solidFill>
                  <a:srgbClr val="C9793A"/>
                </a:solidFill>
              </a:defRPr>
            </a:lvl2pPr>
            <a:lvl3pPr algn="l">
              <a:defRPr sz="1125" b="1">
                <a:solidFill>
                  <a:srgbClr val="C9793A"/>
                </a:solidFill>
              </a:defRPr>
            </a:lvl3pPr>
            <a:lvl4pPr algn="l">
              <a:defRPr sz="1125" b="1">
                <a:solidFill>
                  <a:srgbClr val="C9793A"/>
                </a:solidFill>
              </a:defRPr>
            </a:lvl4pPr>
            <a:lvl5pPr algn="l">
              <a:defRPr sz="1125" b="1">
                <a:solidFill>
                  <a:srgbClr val="C9793A"/>
                </a:solidFill>
              </a:defRPr>
            </a:lvl5pPr>
            <a:lvl6pPr algn="l">
              <a:defRPr sz="1125" b="1">
                <a:solidFill>
                  <a:srgbClr val="C9793A"/>
                </a:solidFill>
              </a:defRPr>
            </a:lvl6pPr>
            <a:lvl7pPr algn="l">
              <a:defRPr sz="1125" b="1">
                <a:solidFill>
                  <a:srgbClr val="C9793A"/>
                </a:solidFill>
              </a:defRPr>
            </a:lvl7pPr>
            <a:lvl8pPr algn="l">
              <a:defRPr sz="1125" b="1">
                <a:solidFill>
                  <a:srgbClr val="C9793A"/>
                </a:solidFill>
              </a:defRPr>
            </a:lvl8pPr>
            <a:lvl9pPr algn="l">
              <a:defRPr sz="1125" b="1">
                <a:solidFill>
                  <a:srgbClr val="C9793A"/>
                </a:solidFill>
              </a:defRPr>
            </a:lvl9pPr>
          </a:lstStyle>
          <a:p xmlns:a="http://schemas.openxmlformats.org/drawingml/2006/main">
            <a:pPr algn="l">
              <a:defRPr sz="1125" b="1">
                <a:solidFill>
                  <a:srgbClr val="C9793A"/>
                </a:solidFill>
              </a:defRPr>
            </a:pPr>
            <a:r>
              <a:rPr sz="1125" b="1">
                <a:solidFill>
                  <a:srgbClr val="C9793A"/>
                </a:solidFill>
              </a:rPr>
              <a:t>SKIPPED QUESTIONS</a:t>
            </a:r>
          </a:p>
        </p:txBody>
      </p:sp>
      <p:sp>
        <p:nvSpPr>
          <p:cNvPr id="10" name="">
            <a:extLst xmlns:a="http://schemas.openxmlformats.org/drawingml/2006/main">
              <a:ext uri="{FF2B5EF4-FFF2-40B4-BE49-F238E27FC236}">
                <a16:creationId xmlns:a16="http://schemas.microsoft.com/office/drawing/2014/main" id="{507C5633-507F-46F4-A9F1-688AD99E918B}"/>
              </a:ext>
            </a:extLst>
          </p:cNvPr>
          <p:cNvSpPr>
            <a:spLocks xmlns:a="http://schemas.openxmlformats.org/drawingml/2006/main" noGrp="1"/>
          </p:cNvSpPr>
          <p:nvPr/>
        </p:nvSpPr>
        <p:spPr>
          <a:xfrm xmlns:a="http://schemas.openxmlformats.org/drawingml/2006/main">
            <a:off x="8305800" y="24574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025" b="1">
                <a:solidFill>
                  <a:srgbClr val="203247"/>
                </a:solidFill>
              </a:defRPr>
            </a:defPPr>
            <a:lvl1pPr algn="l">
              <a:defRPr sz="2025" b="1">
                <a:solidFill>
                  <a:srgbClr val="203247"/>
                </a:solidFill>
              </a:defRPr>
            </a:lvl1pPr>
            <a:lvl2pPr algn="l">
              <a:defRPr sz="2025" b="1">
                <a:solidFill>
                  <a:srgbClr val="203247"/>
                </a:solidFill>
              </a:defRPr>
            </a:lvl2pPr>
            <a:lvl3pPr algn="l">
              <a:defRPr sz="2025" b="1">
                <a:solidFill>
                  <a:srgbClr val="203247"/>
                </a:solidFill>
              </a:defRPr>
            </a:lvl3pPr>
            <a:lvl4pPr algn="l">
              <a:defRPr sz="2025" b="1">
                <a:solidFill>
                  <a:srgbClr val="203247"/>
                </a:solidFill>
              </a:defRPr>
            </a:lvl4pPr>
            <a:lvl5pPr algn="l">
              <a:defRPr sz="2025" b="1">
                <a:solidFill>
                  <a:srgbClr val="203247"/>
                </a:solidFill>
              </a:defRPr>
            </a:lvl5pPr>
            <a:lvl6pPr algn="l">
              <a:defRPr sz="2025" b="1">
                <a:solidFill>
                  <a:srgbClr val="203247"/>
                </a:solidFill>
              </a:defRPr>
            </a:lvl6pPr>
            <a:lvl7pPr algn="l">
              <a:defRPr sz="2025" b="1">
                <a:solidFill>
                  <a:srgbClr val="203247"/>
                </a:solidFill>
              </a:defRPr>
            </a:lvl7pPr>
            <a:lvl8pPr algn="l">
              <a:defRPr sz="2025" b="1">
                <a:solidFill>
                  <a:srgbClr val="203247"/>
                </a:solidFill>
              </a:defRPr>
            </a:lvl8pPr>
            <a:lvl9pPr algn="l">
              <a:defRPr sz="2025" b="1">
                <a:solidFill>
                  <a:srgbClr val="203247"/>
                </a:solidFill>
              </a:defRPr>
            </a:lvl9pPr>
          </a:lstStyle>
          <a:p xmlns:a="http://schemas.openxmlformats.org/drawingml/2006/main">
            <a:pPr algn="l">
              <a:defRPr sz="2025" b="1">
                <a:solidFill>
                  <a:srgbClr val="203247"/>
                </a:solidFill>
              </a:defRPr>
            </a:pPr>
            <a:r>
              <a:rPr sz="2025" b="1">
                <a:solidFill>
                  <a:srgbClr val="203247"/>
                </a:solidFill>
              </a:rPr>
              <a:t>0-15 point buffer</a:t>
            </a:r>
          </a:p>
        </p:txBody>
      </p:sp>
      <p:sp>
        <p:nvSpPr>
          <p:cNvPr id="11" name="">
            <a:extLst xmlns:a="http://schemas.openxmlformats.org/drawingml/2006/main">
              <a:ext uri="{FF2B5EF4-FFF2-40B4-BE49-F238E27FC236}">
                <a16:creationId xmlns:a16="http://schemas.microsoft.com/office/drawing/2014/main" id="{1CDF0C18-A5DC-4C69-BFDD-FC22F3928EB1}"/>
              </a:ext>
            </a:extLst>
          </p:cNvPr>
          <p:cNvSpPr>
            <a:spLocks xmlns:a="http://schemas.openxmlformats.org/drawingml/2006/main" noGrp="1"/>
          </p:cNvSpPr>
          <p:nvPr/>
        </p:nvSpPr>
        <p:spPr>
          <a:xfrm xmlns:a="http://schemas.openxmlformats.org/drawingml/2006/main">
            <a:off x="3790950" y="2428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550" b="1">
                <a:solidFill>
                  <a:srgbClr val="59677A"/>
                </a:solidFill>
              </a:defRPr>
            </a:defPPr>
            <a:lvl1pPr algn="ctr">
              <a:defRPr sz="2550" b="1">
                <a:solidFill>
                  <a:srgbClr val="59677A"/>
                </a:solidFill>
              </a:defRPr>
            </a:lvl1pPr>
            <a:lvl2pPr algn="ctr">
              <a:defRPr sz="2550" b="1">
                <a:solidFill>
                  <a:srgbClr val="59677A"/>
                </a:solidFill>
              </a:defRPr>
            </a:lvl2pPr>
            <a:lvl3pPr algn="ctr">
              <a:defRPr sz="2550" b="1">
                <a:solidFill>
                  <a:srgbClr val="59677A"/>
                </a:solidFill>
              </a:defRPr>
            </a:lvl3pPr>
            <a:lvl4pPr algn="ctr">
              <a:defRPr sz="2550" b="1">
                <a:solidFill>
                  <a:srgbClr val="59677A"/>
                </a:solidFill>
              </a:defRPr>
            </a:lvl4pPr>
            <a:lvl5pPr algn="ctr">
              <a:defRPr sz="2550" b="1">
                <a:solidFill>
                  <a:srgbClr val="59677A"/>
                </a:solidFill>
              </a:defRPr>
            </a:lvl5pPr>
            <a:lvl6pPr algn="ctr">
              <a:defRPr sz="2550" b="1">
                <a:solidFill>
                  <a:srgbClr val="59677A"/>
                </a:solidFill>
              </a:defRPr>
            </a:lvl6pPr>
            <a:lvl7pPr algn="ctr">
              <a:defRPr sz="2550" b="1">
                <a:solidFill>
                  <a:srgbClr val="59677A"/>
                </a:solidFill>
              </a:defRPr>
            </a:lvl7pPr>
            <a:lvl8pPr algn="ctr">
              <a:defRPr sz="2550" b="1">
                <a:solidFill>
                  <a:srgbClr val="59677A"/>
                </a:solidFill>
              </a:defRPr>
            </a:lvl8pPr>
            <a:lvl9pPr algn="ctr">
              <a:defRPr sz="2550" b="1">
                <a:solidFill>
                  <a:srgbClr val="59677A"/>
                </a:solidFill>
              </a:defRPr>
            </a:lvl9pPr>
          </a:lstStyle>
          <a:p xmlns:a="http://schemas.openxmlformats.org/drawingml/2006/main">
            <a:pPr algn="ctr">
              <a:defRPr sz="2550" b="1">
                <a:solidFill>
                  <a:srgbClr val="59677A"/>
                </a:solidFill>
              </a:defRPr>
            </a:pPr>
            <a:r>
              <a:rPr sz="2550" b="1">
                <a:solidFill>
                  <a:srgbClr val="59677A"/>
                </a:solidFill>
              </a:rPr>
              <a:t>+</a:t>
            </a:r>
          </a:p>
        </p:txBody>
      </p:sp>
      <p:sp>
        <p:nvSpPr>
          <p:cNvPr id="12" name="">
            <a:extLst xmlns:a="http://schemas.openxmlformats.org/drawingml/2006/main">
              <a:ext uri="{FF2B5EF4-FFF2-40B4-BE49-F238E27FC236}">
                <a16:creationId xmlns:a16="http://schemas.microsoft.com/office/drawing/2014/main" id="{277FA7DE-DFC5-4730-B8CE-7BEAE744CE36}"/>
              </a:ext>
            </a:extLst>
          </p:cNvPr>
          <p:cNvSpPr>
            <a:spLocks xmlns:a="http://schemas.openxmlformats.org/drawingml/2006/main" noGrp="1"/>
          </p:cNvSpPr>
          <p:nvPr/>
        </p:nvSpPr>
        <p:spPr>
          <a:xfrm xmlns:a="http://schemas.openxmlformats.org/drawingml/2006/main">
            <a:off x="7562850" y="2428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550" b="1">
                <a:solidFill>
                  <a:srgbClr val="59677A"/>
                </a:solidFill>
              </a:defRPr>
            </a:defPPr>
            <a:lvl1pPr algn="ctr">
              <a:defRPr sz="2550" b="1">
                <a:solidFill>
                  <a:srgbClr val="59677A"/>
                </a:solidFill>
              </a:defRPr>
            </a:lvl1pPr>
            <a:lvl2pPr algn="ctr">
              <a:defRPr sz="2550" b="1">
                <a:solidFill>
                  <a:srgbClr val="59677A"/>
                </a:solidFill>
              </a:defRPr>
            </a:lvl2pPr>
            <a:lvl3pPr algn="ctr">
              <a:defRPr sz="2550" b="1">
                <a:solidFill>
                  <a:srgbClr val="59677A"/>
                </a:solidFill>
              </a:defRPr>
            </a:lvl3pPr>
            <a:lvl4pPr algn="ctr">
              <a:defRPr sz="2550" b="1">
                <a:solidFill>
                  <a:srgbClr val="59677A"/>
                </a:solidFill>
              </a:defRPr>
            </a:lvl4pPr>
            <a:lvl5pPr algn="ctr">
              <a:defRPr sz="2550" b="1">
                <a:solidFill>
                  <a:srgbClr val="59677A"/>
                </a:solidFill>
              </a:defRPr>
            </a:lvl5pPr>
            <a:lvl6pPr algn="ctr">
              <a:defRPr sz="2550" b="1">
                <a:solidFill>
                  <a:srgbClr val="59677A"/>
                </a:solidFill>
              </a:defRPr>
            </a:lvl6pPr>
            <a:lvl7pPr algn="ctr">
              <a:defRPr sz="2550" b="1">
                <a:solidFill>
                  <a:srgbClr val="59677A"/>
                </a:solidFill>
              </a:defRPr>
            </a:lvl7pPr>
            <a:lvl8pPr algn="ctr">
              <a:defRPr sz="2550" b="1">
                <a:solidFill>
                  <a:srgbClr val="59677A"/>
                </a:solidFill>
              </a:defRPr>
            </a:lvl8pPr>
            <a:lvl9pPr algn="ctr">
              <a:defRPr sz="2550" b="1">
                <a:solidFill>
                  <a:srgbClr val="59677A"/>
                </a:solidFill>
              </a:defRPr>
            </a:lvl9pPr>
          </a:lstStyle>
          <a:p xmlns:a="http://schemas.openxmlformats.org/drawingml/2006/main">
            <a:pPr algn="ctr">
              <a:defRPr sz="2550" b="1">
                <a:solidFill>
                  <a:srgbClr val="59677A"/>
                </a:solidFill>
              </a:defRPr>
            </a:pPr>
            <a:r>
              <a:rPr sz="2550" b="1">
                <a:solidFill>
                  <a:srgbClr val="59677A"/>
                </a:solidFill>
              </a:rPr>
              <a:t>+</a:t>
            </a:r>
          </a:p>
        </p:txBody>
      </p:sp>
      <p:sp>
        <p:nvSpPr>
          <p:cNvPr id="13" name="">
            <a:extLst xmlns:a="http://schemas.openxmlformats.org/drawingml/2006/main">
              <a:ext uri="{FF2B5EF4-FFF2-40B4-BE49-F238E27FC236}">
                <a16:creationId xmlns:a16="http://schemas.microsoft.com/office/drawing/2014/main" id="{0B0D1DE0-678B-486F-AB85-1050AECC2E35}"/>
              </a:ext>
            </a:extLst>
          </p:cNvPr>
          <p:cNvSpPr>
            <a:spLocks xmlns:a="http://schemas.openxmlformats.org/drawingml/2006/main" noGrp="1"/>
          </p:cNvSpPr>
          <p:nvPr/>
        </p:nvSpPr>
        <p:spPr>
          <a:xfrm xmlns:a="http://schemas.openxmlformats.org/drawingml/2006/main">
            <a:off x="762000" y="3314700"/>
            <a:ext cx="10401300" cy="19050"/>
          </a:xfrm>
          <a:prstGeom xmlns:a="http://schemas.openxmlformats.org/drawingml/2006/main" prst="rect">
            <a:avLst/>
          </a:prstGeom>
          <a:solidFill xmlns:a="http://schemas.openxmlformats.org/drawingml/2006/main">
            <a:srgbClr val="D8D3CA"/>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6FC3D38-242E-4700-98FC-CF37FB63BA47}"/>
              </a:ext>
            </a:extLst>
          </p:cNvPr>
          <p:cNvSpPr>
            <a:spLocks xmlns:a="http://schemas.openxmlformats.org/drawingml/2006/main" noGrp="1"/>
          </p:cNvSpPr>
          <p:nvPr/>
        </p:nvSpPr>
        <p:spPr>
          <a:xfrm xmlns:a="http://schemas.openxmlformats.org/drawingml/2006/main">
            <a:off x="87630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2F7D68"/>
                </a:solidFill>
              </a:defRPr>
            </a:defPPr>
            <a:lvl1pPr algn="ctr">
              <a:defRPr sz="2100" b="1">
                <a:solidFill>
                  <a:srgbClr val="2F7D68"/>
                </a:solidFill>
              </a:defRPr>
            </a:lvl1pPr>
            <a:lvl2pPr algn="ctr">
              <a:defRPr sz="2100" b="1">
                <a:solidFill>
                  <a:srgbClr val="2F7D68"/>
                </a:solidFill>
              </a:defRPr>
            </a:lvl2pPr>
            <a:lvl3pPr algn="ctr">
              <a:defRPr sz="2100" b="1">
                <a:solidFill>
                  <a:srgbClr val="2F7D68"/>
                </a:solidFill>
              </a:defRPr>
            </a:lvl3pPr>
            <a:lvl4pPr algn="ctr">
              <a:defRPr sz="2100" b="1">
                <a:solidFill>
                  <a:srgbClr val="2F7D68"/>
                </a:solidFill>
              </a:defRPr>
            </a:lvl4pPr>
            <a:lvl5pPr algn="ctr">
              <a:defRPr sz="2100" b="1">
                <a:solidFill>
                  <a:srgbClr val="2F7D68"/>
                </a:solidFill>
              </a:defRPr>
            </a:lvl5pPr>
            <a:lvl6pPr algn="ctr">
              <a:defRPr sz="2100" b="1">
                <a:solidFill>
                  <a:srgbClr val="2F7D68"/>
                </a:solidFill>
              </a:defRPr>
            </a:lvl6pPr>
            <a:lvl7pPr algn="ctr">
              <a:defRPr sz="2100" b="1">
                <a:solidFill>
                  <a:srgbClr val="2F7D68"/>
                </a:solidFill>
              </a:defRPr>
            </a:lvl7pPr>
            <a:lvl8pPr algn="ctr">
              <a:defRPr sz="2100" b="1">
                <a:solidFill>
                  <a:srgbClr val="2F7D68"/>
                </a:solidFill>
              </a:defRPr>
            </a:lvl8pPr>
            <a:lvl9pPr algn="ctr">
              <a:defRPr sz="2100" b="1">
                <a:solidFill>
                  <a:srgbClr val="2F7D68"/>
                </a:solidFill>
              </a:defRPr>
            </a:lvl9pPr>
          </a:lstStyle>
          <a:p xmlns:a="http://schemas.openxmlformats.org/drawingml/2006/main">
            <a:pPr algn="ctr">
              <a:defRPr sz="2100" b="1">
                <a:solidFill>
                  <a:srgbClr val="2F7D68"/>
                </a:solidFill>
              </a:defRPr>
            </a:pPr>
            <a:r>
              <a:rPr sz="2100" b="1">
                <a:solidFill>
                  <a:srgbClr val="2F7D68"/>
                </a:solidFill>
              </a:rPr>
              <a:t>0-29</a:t>
            </a:r>
          </a:p>
        </p:txBody>
      </p:sp>
      <p:sp>
        <p:nvSpPr>
          <p:cNvPr id="15" name="">
            <a:extLst xmlns:a="http://schemas.openxmlformats.org/drawingml/2006/main">
              <a:ext uri="{FF2B5EF4-FFF2-40B4-BE49-F238E27FC236}">
                <a16:creationId xmlns:a16="http://schemas.microsoft.com/office/drawing/2014/main" id="{5A4840E7-D5DF-4119-A8DB-42F070C9D711}"/>
              </a:ext>
            </a:extLst>
          </p:cNvPr>
          <p:cNvSpPr>
            <a:spLocks xmlns:a="http://schemas.openxmlformats.org/drawingml/2006/main" noGrp="1"/>
          </p:cNvSpPr>
          <p:nvPr/>
        </p:nvSpPr>
        <p:spPr>
          <a:xfrm xmlns:a="http://schemas.openxmlformats.org/drawingml/2006/main">
            <a:off x="87630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vl1pPr algn="ctr">
              <a:defRPr sz="1500" b="0">
                <a:solidFill>
                  <a:srgbClr val="59677A"/>
                </a:solidFill>
              </a:defRPr>
            </a:lvl1pPr>
            <a:lvl2pPr algn="ctr">
              <a:defRPr sz="1500" b="0">
                <a:solidFill>
                  <a:srgbClr val="59677A"/>
                </a:solidFill>
              </a:defRPr>
            </a:lvl2pPr>
            <a:lvl3pPr algn="ctr">
              <a:defRPr sz="1500" b="0">
                <a:solidFill>
                  <a:srgbClr val="59677A"/>
                </a:solidFill>
              </a:defRPr>
            </a:lvl3pPr>
            <a:lvl4pPr algn="ctr">
              <a:defRPr sz="1500" b="0">
                <a:solidFill>
                  <a:srgbClr val="59677A"/>
                </a:solidFill>
              </a:defRPr>
            </a:lvl4pPr>
            <a:lvl5pPr algn="ctr">
              <a:defRPr sz="1500" b="0">
                <a:solidFill>
                  <a:srgbClr val="59677A"/>
                </a:solidFill>
              </a:defRPr>
            </a:lvl5pPr>
            <a:lvl6pPr algn="ctr">
              <a:defRPr sz="1500" b="0">
                <a:solidFill>
                  <a:srgbClr val="59677A"/>
                </a:solidFill>
              </a:defRPr>
            </a:lvl6pPr>
            <a:lvl7pPr algn="ctr">
              <a:defRPr sz="1500" b="0">
                <a:solidFill>
                  <a:srgbClr val="59677A"/>
                </a:solidFill>
              </a:defRPr>
            </a:lvl7pPr>
            <a:lvl8pPr algn="ctr">
              <a:defRPr sz="1500" b="0">
                <a:solidFill>
                  <a:srgbClr val="59677A"/>
                </a:solidFill>
              </a:defRPr>
            </a:lvl8pPr>
            <a:lvl9pPr algn="ctr">
              <a:defRPr sz="1500" b="0">
                <a:solidFill>
                  <a:srgbClr val="59677A"/>
                </a:solidFill>
              </a:defRPr>
            </a:lvl9pPr>
          </a:lstStyle>
          <a:p xmlns:a="http://schemas.openxmlformats.org/drawingml/2006/main">
            <a:pPr algn="ctr">
              <a:defRPr sz="1500" b="0">
                <a:solidFill>
                  <a:srgbClr val="59677A"/>
                </a:solidFill>
              </a:defRPr>
            </a:pPr>
            <a:r>
              <a:rPr sz="1500" b="0">
                <a:solidFill>
                  <a:srgbClr val="59677A"/>
                </a:solidFill>
              </a:rPr>
              <a:t>Low</a:t>
            </a:r>
          </a:p>
        </p:txBody>
      </p:sp>
      <p:sp>
        <p:nvSpPr>
          <p:cNvPr id="16" name="">
            <a:extLst xmlns:a="http://schemas.openxmlformats.org/drawingml/2006/main">
              <a:ext uri="{FF2B5EF4-FFF2-40B4-BE49-F238E27FC236}">
                <a16:creationId xmlns:a16="http://schemas.microsoft.com/office/drawing/2014/main" id="{DF7DFA56-87BF-4B40-9E35-D220A330652A}"/>
              </a:ext>
            </a:extLst>
          </p:cNvPr>
          <p:cNvSpPr>
            <a:spLocks xmlns:a="http://schemas.openxmlformats.org/drawingml/2006/main" noGrp="1"/>
          </p:cNvSpPr>
          <p:nvPr/>
        </p:nvSpPr>
        <p:spPr>
          <a:xfrm xmlns:a="http://schemas.openxmlformats.org/drawingml/2006/main">
            <a:off x="485775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C9793A"/>
                </a:solidFill>
              </a:defRPr>
            </a:defPPr>
            <a:lvl1pPr algn="ctr">
              <a:defRPr sz="2100" b="1">
                <a:solidFill>
                  <a:srgbClr val="C9793A"/>
                </a:solidFill>
              </a:defRPr>
            </a:lvl1pPr>
            <a:lvl2pPr algn="ctr">
              <a:defRPr sz="2100" b="1">
                <a:solidFill>
                  <a:srgbClr val="C9793A"/>
                </a:solidFill>
              </a:defRPr>
            </a:lvl2pPr>
            <a:lvl3pPr algn="ctr">
              <a:defRPr sz="2100" b="1">
                <a:solidFill>
                  <a:srgbClr val="C9793A"/>
                </a:solidFill>
              </a:defRPr>
            </a:lvl3pPr>
            <a:lvl4pPr algn="ctr">
              <a:defRPr sz="2100" b="1">
                <a:solidFill>
                  <a:srgbClr val="C9793A"/>
                </a:solidFill>
              </a:defRPr>
            </a:lvl4pPr>
            <a:lvl5pPr algn="ctr">
              <a:defRPr sz="2100" b="1">
                <a:solidFill>
                  <a:srgbClr val="C9793A"/>
                </a:solidFill>
              </a:defRPr>
            </a:lvl5pPr>
            <a:lvl6pPr algn="ctr">
              <a:defRPr sz="2100" b="1">
                <a:solidFill>
                  <a:srgbClr val="C9793A"/>
                </a:solidFill>
              </a:defRPr>
            </a:lvl6pPr>
            <a:lvl7pPr algn="ctr">
              <a:defRPr sz="2100" b="1">
                <a:solidFill>
                  <a:srgbClr val="C9793A"/>
                </a:solidFill>
              </a:defRPr>
            </a:lvl7pPr>
            <a:lvl8pPr algn="ctr">
              <a:defRPr sz="2100" b="1">
                <a:solidFill>
                  <a:srgbClr val="C9793A"/>
                </a:solidFill>
              </a:defRPr>
            </a:lvl8pPr>
            <a:lvl9pPr algn="ctr">
              <a:defRPr sz="2100" b="1">
                <a:solidFill>
                  <a:srgbClr val="C9793A"/>
                </a:solidFill>
              </a:defRPr>
            </a:lvl9pPr>
          </a:lstStyle>
          <a:p xmlns:a="http://schemas.openxmlformats.org/drawingml/2006/main">
            <a:pPr algn="ctr">
              <a:defRPr sz="2100" b="1">
                <a:solidFill>
                  <a:srgbClr val="C9793A"/>
                </a:solidFill>
              </a:defRPr>
            </a:pPr>
            <a:r>
              <a:rPr sz="2100" b="1">
                <a:solidFill>
                  <a:srgbClr val="C9793A"/>
                </a:solidFill>
              </a:rPr>
              <a:t>30-59</a:t>
            </a:r>
          </a:p>
        </p:txBody>
      </p:sp>
      <p:sp>
        <p:nvSpPr>
          <p:cNvPr id="17" name="">
            <a:extLst xmlns:a="http://schemas.openxmlformats.org/drawingml/2006/main">
              <a:ext uri="{FF2B5EF4-FFF2-40B4-BE49-F238E27FC236}">
                <a16:creationId xmlns:a16="http://schemas.microsoft.com/office/drawing/2014/main" id="{E2C3AF42-A52F-41F6-A8A6-7C951E0D9CE3}"/>
              </a:ext>
            </a:extLst>
          </p:cNvPr>
          <p:cNvSpPr>
            <a:spLocks xmlns:a="http://schemas.openxmlformats.org/drawingml/2006/main" noGrp="1"/>
          </p:cNvSpPr>
          <p:nvPr/>
        </p:nvSpPr>
        <p:spPr>
          <a:xfrm xmlns:a="http://schemas.openxmlformats.org/drawingml/2006/main">
            <a:off x="485775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vl1pPr algn="ctr">
              <a:defRPr sz="1500" b="0">
                <a:solidFill>
                  <a:srgbClr val="59677A"/>
                </a:solidFill>
              </a:defRPr>
            </a:lvl1pPr>
            <a:lvl2pPr algn="ctr">
              <a:defRPr sz="1500" b="0">
                <a:solidFill>
                  <a:srgbClr val="59677A"/>
                </a:solidFill>
              </a:defRPr>
            </a:lvl2pPr>
            <a:lvl3pPr algn="ctr">
              <a:defRPr sz="1500" b="0">
                <a:solidFill>
                  <a:srgbClr val="59677A"/>
                </a:solidFill>
              </a:defRPr>
            </a:lvl3pPr>
            <a:lvl4pPr algn="ctr">
              <a:defRPr sz="1500" b="0">
                <a:solidFill>
                  <a:srgbClr val="59677A"/>
                </a:solidFill>
              </a:defRPr>
            </a:lvl4pPr>
            <a:lvl5pPr algn="ctr">
              <a:defRPr sz="1500" b="0">
                <a:solidFill>
                  <a:srgbClr val="59677A"/>
                </a:solidFill>
              </a:defRPr>
            </a:lvl5pPr>
            <a:lvl6pPr algn="ctr">
              <a:defRPr sz="1500" b="0">
                <a:solidFill>
                  <a:srgbClr val="59677A"/>
                </a:solidFill>
              </a:defRPr>
            </a:lvl6pPr>
            <a:lvl7pPr algn="ctr">
              <a:defRPr sz="1500" b="0">
                <a:solidFill>
                  <a:srgbClr val="59677A"/>
                </a:solidFill>
              </a:defRPr>
            </a:lvl7pPr>
            <a:lvl8pPr algn="ctr">
              <a:defRPr sz="1500" b="0">
                <a:solidFill>
                  <a:srgbClr val="59677A"/>
                </a:solidFill>
              </a:defRPr>
            </a:lvl8pPr>
            <a:lvl9pPr algn="ctr">
              <a:defRPr sz="1500" b="0">
                <a:solidFill>
                  <a:srgbClr val="59677A"/>
                </a:solidFill>
              </a:defRPr>
            </a:lvl9pPr>
          </a:lstStyle>
          <a:p xmlns:a="http://schemas.openxmlformats.org/drawingml/2006/main">
            <a:pPr algn="ctr">
              <a:defRPr sz="1500" b="0">
                <a:solidFill>
                  <a:srgbClr val="59677A"/>
                </a:solidFill>
              </a:defRPr>
            </a:pPr>
            <a:r>
              <a:rPr sz="1500" b="0">
                <a:solidFill>
                  <a:srgbClr val="59677A"/>
                </a:solidFill>
              </a:rPr>
              <a:t>Moderate</a:t>
            </a:r>
          </a:p>
        </p:txBody>
      </p:sp>
      <p:sp>
        <p:nvSpPr>
          <p:cNvPr id="18" name="">
            <a:extLst xmlns:a="http://schemas.openxmlformats.org/drawingml/2006/main">
              <a:ext uri="{FF2B5EF4-FFF2-40B4-BE49-F238E27FC236}">
                <a16:creationId xmlns:a16="http://schemas.microsoft.com/office/drawing/2014/main" id="{F3A82695-3DCE-44E0-9AFC-B67EA7AAF356}"/>
              </a:ext>
            </a:extLst>
          </p:cNvPr>
          <p:cNvSpPr>
            <a:spLocks xmlns:a="http://schemas.openxmlformats.org/drawingml/2006/main" noGrp="1"/>
          </p:cNvSpPr>
          <p:nvPr/>
        </p:nvSpPr>
        <p:spPr>
          <a:xfrm xmlns:a="http://schemas.openxmlformats.org/drawingml/2006/main">
            <a:off x="8839200" y="38290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2100" b="1">
                <a:solidFill>
                  <a:srgbClr val="B75045"/>
                </a:solidFill>
              </a:defRPr>
            </a:defPPr>
            <a:lvl1pPr algn="ctr">
              <a:defRPr sz="2100" b="1">
                <a:solidFill>
                  <a:srgbClr val="B75045"/>
                </a:solidFill>
              </a:defRPr>
            </a:lvl1pPr>
            <a:lvl2pPr algn="ctr">
              <a:defRPr sz="2100" b="1">
                <a:solidFill>
                  <a:srgbClr val="B75045"/>
                </a:solidFill>
              </a:defRPr>
            </a:lvl2pPr>
            <a:lvl3pPr algn="ctr">
              <a:defRPr sz="2100" b="1">
                <a:solidFill>
                  <a:srgbClr val="B75045"/>
                </a:solidFill>
              </a:defRPr>
            </a:lvl3pPr>
            <a:lvl4pPr algn="ctr">
              <a:defRPr sz="2100" b="1">
                <a:solidFill>
                  <a:srgbClr val="B75045"/>
                </a:solidFill>
              </a:defRPr>
            </a:lvl4pPr>
            <a:lvl5pPr algn="ctr">
              <a:defRPr sz="2100" b="1">
                <a:solidFill>
                  <a:srgbClr val="B75045"/>
                </a:solidFill>
              </a:defRPr>
            </a:lvl5pPr>
            <a:lvl6pPr algn="ctr">
              <a:defRPr sz="2100" b="1">
                <a:solidFill>
                  <a:srgbClr val="B75045"/>
                </a:solidFill>
              </a:defRPr>
            </a:lvl6pPr>
            <a:lvl7pPr algn="ctr">
              <a:defRPr sz="2100" b="1">
                <a:solidFill>
                  <a:srgbClr val="B75045"/>
                </a:solidFill>
              </a:defRPr>
            </a:lvl7pPr>
            <a:lvl8pPr algn="ctr">
              <a:defRPr sz="2100" b="1">
                <a:solidFill>
                  <a:srgbClr val="B75045"/>
                </a:solidFill>
              </a:defRPr>
            </a:lvl8pPr>
            <a:lvl9pPr algn="ctr">
              <a:defRPr sz="2100" b="1">
                <a:solidFill>
                  <a:srgbClr val="B75045"/>
                </a:solidFill>
              </a:defRPr>
            </a:lvl9pPr>
          </a:lstStyle>
          <a:p xmlns:a="http://schemas.openxmlformats.org/drawingml/2006/main">
            <a:pPr algn="ctr">
              <a:defRPr sz="2100" b="1">
                <a:solidFill>
                  <a:srgbClr val="B75045"/>
                </a:solidFill>
              </a:defRPr>
            </a:pPr>
            <a:r>
              <a:rPr sz="2100" b="1">
                <a:solidFill>
                  <a:srgbClr val="B75045"/>
                </a:solidFill>
              </a:rPr>
              <a:t>60-100</a:t>
            </a:r>
          </a:p>
        </p:txBody>
      </p:sp>
      <p:sp>
        <p:nvSpPr>
          <p:cNvPr id="19" name="">
            <a:extLst xmlns:a="http://schemas.openxmlformats.org/drawingml/2006/main">
              <a:ext uri="{FF2B5EF4-FFF2-40B4-BE49-F238E27FC236}">
                <a16:creationId xmlns:a16="http://schemas.microsoft.com/office/drawing/2014/main" id="{FF9A62BA-E0C3-48B9-9233-A30A69AD8FF1}"/>
              </a:ext>
            </a:extLst>
          </p:cNvPr>
          <p:cNvSpPr>
            <a:spLocks xmlns:a="http://schemas.openxmlformats.org/drawingml/2006/main" noGrp="1"/>
          </p:cNvSpPr>
          <p:nvPr/>
        </p:nvSpPr>
        <p:spPr>
          <a:xfrm xmlns:a="http://schemas.openxmlformats.org/drawingml/2006/main">
            <a:off x="8839200" y="4276725"/>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500" b="0">
                <a:solidFill>
                  <a:srgbClr val="59677A"/>
                </a:solidFill>
              </a:defRPr>
            </a:defPPr>
            <a:lvl1pPr algn="ctr">
              <a:defRPr sz="1500" b="0">
                <a:solidFill>
                  <a:srgbClr val="59677A"/>
                </a:solidFill>
              </a:defRPr>
            </a:lvl1pPr>
            <a:lvl2pPr algn="ctr">
              <a:defRPr sz="1500" b="0">
                <a:solidFill>
                  <a:srgbClr val="59677A"/>
                </a:solidFill>
              </a:defRPr>
            </a:lvl2pPr>
            <a:lvl3pPr algn="ctr">
              <a:defRPr sz="1500" b="0">
                <a:solidFill>
                  <a:srgbClr val="59677A"/>
                </a:solidFill>
              </a:defRPr>
            </a:lvl3pPr>
            <a:lvl4pPr algn="ctr">
              <a:defRPr sz="1500" b="0">
                <a:solidFill>
                  <a:srgbClr val="59677A"/>
                </a:solidFill>
              </a:defRPr>
            </a:lvl4pPr>
            <a:lvl5pPr algn="ctr">
              <a:defRPr sz="1500" b="0">
                <a:solidFill>
                  <a:srgbClr val="59677A"/>
                </a:solidFill>
              </a:defRPr>
            </a:lvl5pPr>
            <a:lvl6pPr algn="ctr">
              <a:defRPr sz="1500" b="0">
                <a:solidFill>
                  <a:srgbClr val="59677A"/>
                </a:solidFill>
              </a:defRPr>
            </a:lvl6pPr>
            <a:lvl7pPr algn="ctr">
              <a:defRPr sz="1500" b="0">
                <a:solidFill>
                  <a:srgbClr val="59677A"/>
                </a:solidFill>
              </a:defRPr>
            </a:lvl7pPr>
            <a:lvl8pPr algn="ctr">
              <a:defRPr sz="1500" b="0">
                <a:solidFill>
                  <a:srgbClr val="59677A"/>
                </a:solidFill>
              </a:defRPr>
            </a:lvl8pPr>
            <a:lvl9pPr algn="ctr">
              <a:defRPr sz="1500" b="0">
                <a:solidFill>
                  <a:srgbClr val="59677A"/>
                </a:solidFill>
              </a:defRPr>
            </a:lvl9pPr>
          </a:lstStyle>
          <a:p xmlns:a="http://schemas.openxmlformats.org/drawingml/2006/main">
            <a:pPr algn="ctr">
              <a:defRPr sz="1500" b="0">
                <a:solidFill>
                  <a:srgbClr val="59677A"/>
                </a:solidFill>
              </a:defRPr>
            </a:pPr>
            <a:r>
              <a:rPr sz="1500" b="0">
                <a:solidFill>
                  <a:srgbClr val="59677A"/>
                </a:solidFill>
              </a:rPr>
              <a:t>High</a:t>
            </a:r>
          </a:p>
        </p:txBody>
      </p:sp>
      <p:sp>
        <p:nvSpPr>
          <p:cNvPr id="20" name="">
            <a:extLst xmlns:a="http://schemas.openxmlformats.org/drawingml/2006/main">
              <a:ext uri="{FF2B5EF4-FFF2-40B4-BE49-F238E27FC236}">
                <a16:creationId xmlns:a16="http://schemas.microsoft.com/office/drawing/2014/main" id="{F33B59D3-C8FB-4D4D-A771-BFA899B4F953}"/>
              </a:ext>
            </a:extLst>
          </p:cNvPr>
          <p:cNvSpPr>
            <a:spLocks xmlns:a="http://schemas.openxmlformats.org/drawingml/2006/main" noGrp="1"/>
          </p:cNvSpPr>
          <p:nvPr/>
        </p:nvSpPr>
        <p:spPr>
          <a:xfrm xmlns:a="http://schemas.openxmlformats.org/drawingml/2006/main">
            <a:off x="1466850" y="4800600"/>
            <a:ext cx="9258300" cy="628650"/>
          </a:xfrm>
          <a:prstGeom xmlns:a="http://schemas.openxmlformats.org/drawingml/2006/main" prst="roundRect">
            <a:avLst>
              <a:gd name="adj" fmla="val 12121"/>
            </a:avLst>
          </a:prstGeom>
          <a:solidFill xmlns:a="http://schemas.openxmlformats.org/drawingml/2006/main">
            <a:srgbClr val="FFFDFC"/>
          </a:solidFill>
          <a:ln xmlns:a="http://schemas.openxmlformats.org/drawingml/2006/main" w="9525">
            <a:solidFill>
              <a:srgbClr val="D8D3CA"/>
            </a:solidFill>
            <a:prstDash val="solid"/>
          </a:ln>
        </p:spPr>
      </p:sp>
      <p:sp>
        <p:nvSpPr>
          <p:cNvPr id="21" name="">
            <a:extLst xmlns:a="http://schemas.openxmlformats.org/drawingml/2006/main">
              <a:ext uri="{FF2B5EF4-FFF2-40B4-BE49-F238E27FC236}">
                <a16:creationId xmlns:a16="http://schemas.microsoft.com/office/drawing/2014/main" id="{89EF8C8A-A343-498C-887F-45D64FE59456}"/>
              </a:ext>
            </a:extLst>
          </p:cNvPr>
          <p:cNvSpPr>
            <a:spLocks xmlns:a="http://schemas.openxmlformats.org/drawingml/2006/main" noGrp="1"/>
          </p:cNvSpPr>
          <p:nvPr/>
        </p:nvSpPr>
        <p:spPr>
          <a:xfrm xmlns:a="http://schemas.openxmlformats.org/drawingml/2006/main">
            <a:off x="1657350" y="48958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050" b="1">
                <a:solidFill>
                  <a:srgbClr val="1E5D78"/>
                </a:solidFill>
              </a:defRPr>
            </a:defPPr>
            <a:lvl1pPr algn="l">
              <a:defRPr sz="1050" b="1">
                <a:solidFill>
                  <a:srgbClr val="1E5D78"/>
                </a:solidFill>
              </a:defRPr>
            </a:lvl1pPr>
            <a:lvl2pPr algn="l">
              <a:defRPr sz="1050" b="1">
                <a:solidFill>
                  <a:srgbClr val="1E5D78"/>
                </a:solidFill>
              </a:defRPr>
            </a:lvl2pPr>
            <a:lvl3pPr algn="l">
              <a:defRPr sz="1050" b="1">
                <a:solidFill>
                  <a:srgbClr val="1E5D78"/>
                </a:solidFill>
              </a:defRPr>
            </a:lvl3pPr>
            <a:lvl4pPr algn="l">
              <a:defRPr sz="1050" b="1">
                <a:solidFill>
                  <a:srgbClr val="1E5D78"/>
                </a:solidFill>
              </a:defRPr>
            </a:lvl4pPr>
            <a:lvl5pPr algn="l">
              <a:defRPr sz="1050" b="1">
                <a:solidFill>
                  <a:srgbClr val="1E5D78"/>
                </a:solidFill>
              </a:defRPr>
            </a:lvl5pPr>
            <a:lvl6pPr algn="l">
              <a:defRPr sz="1050" b="1">
                <a:solidFill>
                  <a:srgbClr val="1E5D78"/>
                </a:solidFill>
              </a:defRPr>
            </a:lvl6pPr>
            <a:lvl7pPr algn="l">
              <a:defRPr sz="1050" b="1">
                <a:solidFill>
                  <a:srgbClr val="1E5D78"/>
                </a:solidFill>
              </a:defRPr>
            </a:lvl7pPr>
            <a:lvl8pPr algn="l">
              <a:defRPr sz="1050" b="1">
                <a:solidFill>
                  <a:srgbClr val="1E5D78"/>
                </a:solidFill>
              </a:defRPr>
            </a:lvl8pPr>
            <a:lvl9pPr algn="l">
              <a:defRPr sz="1050" b="1">
                <a:solidFill>
                  <a:srgbClr val="1E5D78"/>
                </a:solidFill>
              </a:defRPr>
            </a:lvl9pPr>
          </a:lstStyle>
          <a:p xmlns:a="http://schemas.openxmlformats.org/drawingml/2006/main">
            <a:pPr algn="l">
              <a:defRPr sz="1050" b="1">
                <a:solidFill>
                  <a:srgbClr val="1E5D78"/>
                </a:solidFill>
              </a:defRPr>
            </a:pPr>
            <a:r>
              <a:rPr sz="1050" b="1">
                <a:solidFill>
                  <a:srgbClr val="1E5D78"/>
                </a:solidFill>
              </a:rPr>
              <a:t>WORKED EXAMPLE</a:t>
            </a:r>
          </a:p>
        </p:txBody>
      </p:sp>
      <p:sp>
        <p:nvSpPr>
          <p:cNvPr id="22" name="">
            <a:extLst xmlns:a="http://schemas.openxmlformats.org/drawingml/2006/main">
              <a:ext uri="{FF2B5EF4-FFF2-40B4-BE49-F238E27FC236}">
                <a16:creationId xmlns:a16="http://schemas.microsoft.com/office/drawing/2014/main" id="{88941AEA-5261-45EA-8CE8-A88A319738D4}"/>
              </a:ext>
            </a:extLst>
          </p:cNvPr>
          <p:cNvSpPr>
            <a:spLocks xmlns:a="http://schemas.openxmlformats.org/drawingml/2006/main" noGrp="1"/>
          </p:cNvSpPr>
          <p:nvPr/>
        </p:nvSpPr>
        <p:spPr>
          <a:xfrm xmlns:a="http://schemas.openxmlformats.org/drawingml/2006/main">
            <a:off x="1657350" y="51244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1">
                <a:solidFill>
                  <a:srgbClr val="203247"/>
                </a:solidFill>
              </a:defRPr>
            </a:defPPr>
            <a:lvl1pPr algn="l">
              <a:defRPr sz="1350" b="1">
                <a:solidFill>
                  <a:srgbClr val="203247"/>
                </a:solidFill>
              </a:defRPr>
            </a:lvl1pPr>
            <a:lvl2pPr algn="l">
              <a:defRPr sz="1350" b="1">
                <a:solidFill>
                  <a:srgbClr val="203247"/>
                </a:solidFill>
              </a:defRPr>
            </a:lvl2pPr>
            <a:lvl3pPr algn="l">
              <a:defRPr sz="1350" b="1">
                <a:solidFill>
                  <a:srgbClr val="203247"/>
                </a:solidFill>
              </a:defRPr>
            </a:lvl3pPr>
            <a:lvl4pPr algn="l">
              <a:defRPr sz="1350" b="1">
                <a:solidFill>
                  <a:srgbClr val="203247"/>
                </a:solidFill>
              </a:defRPr>
            </a:lvl4pPr>
            <a:lvl5pPr algn="l">
              <a:defRPr sz="1350" b="1">
                <a:solidFill>
                  <a:srgbClr val="203247"/>
                </a:solidFill>
              </a:defRPr>
            </a:lvl5pPr>
            <a:lvl6pPr algn="l">
              <a:defRPr sz="1350" b="1">
                <a:solidFill>
                  <a:srgbClr val="203247"/>
                </a:solidFill>
              </a:defRPr>
            </a:lvl6pPr>
            <a:lvl7pPr algn="l">
              <a:defRPr sz="1350" b="1">
                <a:solidFill>
                  <a:srgbClr val="203247"/>
                </a:solidFill>
              </a:defRPr>
            </a:lvl7pPr>
            <a:lvl8pPr algn="l">
              <a:defRPr sz="1350" b="1">
                <a:solidFill>
                  <a:srgbClr val="203247"/>
                </a:solidFill>
              </a:defRPr>
            </a:lvl8pPr>
            <a:lvl9pPr algn="l">
              <a:defRPr sz="1350" b="1">
                <a:solidFill>
                  <a:srgbClr val="203247"/>
                </a:solidFill>
              </a:defRPr>
            </a:lvl9pPr>
          </a:lstStyle>
          <a:p xmlns:a="http://schemas.openxmlformats.org/drawingml/2006/main">
            <a:pPr algn="l">
              <a:defRPr sz="1350" b="1">
                <a:solidFill>
                  <a:srgbClr val="203247"/>
                </a:solidFill>
              </a:defRPr>
            </a:pPr>
            <a:r>
              <a:rPr sz="1350" b="1">
                <a:solidFill>
                  <a:srgbClr val="203247"/>
                </a:solidFill>
              </a:rPr>
              <a:t>Visible hazards 28   +   Follow-up concerns 12   +   Skip buffer 0   =   Room score 40  Moderate</a:t>
            </a:r>
          </a:p>
        </p:txBody>
      </p:sp>
      <p:sp>
        <p:nvSpPr>
          <p:cNvPr id="23" name="">
            <a:extLst xmlns:a="http://schemas.openxmlformats.org/drawingml/2006/main">
              <a:ext uri="{FF2B5EF4-FFF2-40B4-BE49-F238E27FC236}">
                <a16:creationId xmlns:a16="http://schemas.microsoft.com/office/drawing/2014/main" id="{FA9222E1-0D89-4338-8277-DB45AE48F4E0}"/>
              </a:ext>
            </a:extLst>
          </p:cNvPr>
          <p:cNvSpPr>
            <a:spLocks xmlns:a="http://schemas.openxmlformats.org/drawingml/2006/main" noGrp="1"/>
          </p:cNvSpPr>
          <p:nvPr/>
        </p:nvSpPr>
        <p:spPr>
          <a:xfrm xmlns:a="http://schemas.openxmlformats.org/drawingml/2006/main">
            <a:off x="762000" y="5619750"/>
            <a:ext cx="1040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a:solidFill>
                  <a:srgbClr val="203247"/>
                </a:solidFill>
              </a:defRPr>
            </a:defPPr>
            <a:lvl1pPr algn="ctr">
              <a:defRPr sz="1275" b="1">
                <a:solidFill>
                  <a:srgbClr val="203247"/>
                </a:solidFill>
              </a:defRPr>
            </a:lvl1pPr>
            <a:lvl2pPr algn="ctr">
              <a:defRPr sz="1275" b="1">
                <a:solidFill>
                  <a:srgbClr val="203247"/>
                </a:solidFill>
              </a:defRPr>
            </a:lvl2pPr>
            <a:lvl3pPr algn="ctr">
              <a:defRPr sz="1275" b="1">
                <a:solidFill>
                  <a:srgbClr val="203247"/>
                </a:solidFill>
              </a:defRPr>
            </a:lvl3pPr>
            <a:lvl4pPr algn="ctr">
              <a:defRPr sz="1275" b="1">
                <a:solidFill>
                  <a:srgbClr val="203247"/>
                </a:solidFill>
              </a:defRPr>
            </a:lvl4pPr>
            <a:lvl5pPr algn="ctr">
              <a:defRPr sz="1275" b="1">
                <a:solidFill>
                  <a:srgbClr val="203247"/>
                </a:solidFill>
              </a:defRPr>
            </a:lvl5pPr>
            <a:lvl6pPr algn="ctr">
              <a:defRPr sz="1275" b="1">
                <a:solidFill>
                  <a:srgbClr val="203247"/>
                </a:solidFill>
              </a:defRPr>
            </a:lvl6pPr>
            <a:lvl7pPr algn="ctr">
              <a:defRPr sz="1275" b="1">
                <a:solidFill>
                  <a:srgbClr val="203247"/>
                </a:solidFill>
              </a:defRPr>
            </a:lvl7pPr>
            <a:lvl8pPr algn="ctr">
              <a:defRPr sz="1275" b="1">
                <a:solidFill>
                  <a:srgbClr val="203247"/>
                </a:solidFill>
              </a:defRPr>
            </a:lvl8pPr>
            <a:lvl9pPr algn="ctr">
              <a:defRPr sz="1275" b="1">
                <a:solidFill>
                  <a:srgbClr val="203247"/>
                </a:solidFill>
              </a:defRPr>
            </a:lvl9pPr>
          </a:lstStyle>
          <a:p xmlns:a="http://schemas.openxmlformats.org/drawingml/2006/main">
            <a:pPr algn="ctr">
              <a:defRPr sz="1275" b="1">
                <a:solidFill>
                  <a:srgbClr val="203247"/>
                </a:solidFill>
              </a:defRPr>
            </a:pPr>
            <a:r>
              <a:rPr sz="1275" b="1">
                <a:solidFill>
                  <a:srgbClr val="203247"/>
                </a:solidFill>
              </a:rPr>
              <a:t>Fallback rule: if an AI point value is missing or invalid, the app uses the category's tested default. Final score = min(100, total).</a:t>
            </a:r>
          </a:p>
        </p:txBody>
      </p:sp>
    </p:spTree>
    <p:extLst>
      <p:ext uri="{BB962C8B-B14F-4D97-AF65-F5344CB8AC3E}">
        <p14:creationId xmlns:p14="http://schemas.microsoft.com/office/powerpoint/2010/main" val="1446918137"/>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8DBFA8-5BFB-47F7-BB0E-B23A07A1695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686D22-9E00-4985-8D80-92D1743BB65C}"/>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Testing &amp; validation</a:t>
            </a:r>
          </a:p>
        </p:txBody>
      </p:sp>
      <p:sp>
        <p:nvSpPr>
          <p:cNvPr id="3" name="">
            <a:extLst xmlns:a="http://schemas.openxmlformats.org/drawingml/2006/main">
              <a:ext uri="{FF2B5EF4-FFF2-40B4-BE49-F238E27FC236}">
                <a16:creationId xmlns:a16="http://schemas.microsoft.com/office/drawing/2014/main" id="{C2A0D8B2-9A98-4BC7-B767-1F0F5EA0B621}"/>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Results from 10 room photographs I staged and reviewed</a:t>
            </a:r>
          </a:p>
        </p:txBody>
      </p:sp>
      <p:sp>
        <p:nvSpPr>
          <p:cNvPr id="4" name="">
            <a:extLst xmlns:a="http://schemas.openxmlformats.org/drawingml/2006/main">
              <a:ext uri="{FF2B5EF4-FFF2-40B4-BE49-F238E27FC236}">
                <a16:creationId xmlns:a16="http://schemas.microsoft.com/office/drawing/2014/main" id="{C8816400-A760-4386-8472-134BD79DA846}"/>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5</a:t>
            </a:r>
          </a:p>
        </p:txBody>
      </p:sp>
      <p:graphicFrame>
        <p:nvGraphicFramePr>
          <p:cNvPr id="5" name="">
            <a:extLst xmlns:a="http://schemas.openxmlformats.org/drawingml/2006/main">
              <a:ext uri="{FF2B5EF4-FFF2-40B4-BE49-F238E27FC236}">
                <a16:creationId xmlns:a16="http://schemas.microsoft.com/office/drawing/2014/main" id="{D1FD5E6E-7DAE-4C25-A8B0-17C48489591A}"/>
              </a:ext>
            </a:extLst>
          </p:cNvPr>
          <p:cNvGraphicFramePr/>
          <p:nvPr/>
        </p:nvGraphicFramePr>
        <p:xfrm>
          <a:off xmlns:a="http://schemas.openxmlformats.org/drawingml/2006/main" x="628650" y="1619250"/>
          <a:ext xmlns:a="http://schemas.openxmlformats.org/drawingml/2006/main" cx="10668000" cy="4171950"/>
        </p:xfrm>
        <a:graphic xmlns:a="http://schemas.openxmlformats.org/drawingml/2006/main">
          <a:graphicData uri="http://schemas.openxmlformats.org/drawingml/2006/table">
            <a:tbl>
              <a:tblPr/>
              <a:tblGrid>
                <a:gridCol w="2571750"/>
                <a:gridCol w="2095500"/>
                <a:gridCol w="1809750"/>
                <a:gridCol w="1619250"/>
                <a:gridCol w="1619250"/>
              </a:tblGrid>
              <a:tr h="347663">
                <a:tc>
                  <a:txBody>
                    <a:bodyPr/>
                    <a:lstStyle/>
                    <a:p>
                      <a:r>
                        <a:rPr sz="1125" b="1">
                          <a:solidFill>
                            <a:srgbClr val="FFFDFC"/>
                          </a:solidFill>
                        </a:rPr>
                        <a:t>Test image</a:t>
                      </a:r>
                    </a:p>
                  </a:txBody>
                  <a:tcPr marL="95250" marR="95250" marT="47625" marB="47625" anchor="ctr">
                    <a:lnL w="9525">
                      <a:solidFill>
                        <a:srgbClr val="D8D3CA"/>
                      </a:solidFill>
                      <a:prstDash val="solid"/>
                    </a:lnL>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Reference hazards</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AI reported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Correct</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c>
                  <a:txBody>
                    <a:bodyPr/>
                    <a:lstStyle/>
                    <a:p>
                      <a:r>
                        <a:rPr sz="1125" b="1">
                          <a:solidFill>
                            <a:srgbClr val="FFFDFC"/>
                          </a:solidFill>
                        </a:rPr>
                        <a:t>Missed</a:t>
                      </a:r>
                    </a:p>
                  </a:txBody>
                  <a:tcPr marL="95250" marR="95250" marT="47625" marB="47625" anchor="ctr">
                    <a:lnR w="9525">
                      <a:solidFill>
                        <a:srgbClr val="D8D3CA"/>
                      </a:solidFill>
                      <a:prstDash val="solid"/>
                    </a:lnR>
                    <a:lnT w="9525">
                      <a:solidFill>
                        <a:srgbClr val="D8D3CA"/>
                      </a:solidFill>
                      <a:prstDash val="solid"/>
                    </a:lnT>
                    <a:lnB w="9525">
                      <a:solidFill>
                        <a:srgbClr val="D8D3CA"/>
                      </a:solidFill>
                      <a:prstDash val="solid"/>
                    </a:lnB>
                    <a:solidFill>
                      <a:srgbClr val="1E5D78"/>
                    </a:solidFill>
                  </a:tcPr>
                </a:tc>
              </a:tr>
              <a:tr h="347663">
                <a:tc>
                  <a:txBody>
                    <a:bodyPr/>
                    <a:lstStyle/>
                    <a:p>
                      <a:pPr algn="l"/>
                      <a:r>
                        <a:rPr sz="1050">
                          <a:solidFill>
                            <a:srgbClr val="2C3E50"/>
                          </a:solidFill>
                        </a:rPr>
                        <a:t>Bedroom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5</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Hallway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Bathroom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Entryway 1</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2</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Living Room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Kitchen 2</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0</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050">
                          <a:solidFill>
                            <a:srgbClr val="2C3E50"/>
                          </a:solidFill>
                        </a:rPr>
                        <a:t>Bedroom 3</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4</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3</a:t>
                      </a:r>
                    </a:p>
                  </a:txBody>
                  <a:tcPr marL="95250" marR="95250" marT="38100" marB="38100" anchor="ctr">
                    <a:lnR w="9525">
                      <a:solidFill>
                        <a:srgbClr val="D8D3CA"/>
                      </a:solidFill>
                      <a:prstDash val="solid"/>
                    </a:lnR>
                    <a:lnB w="9525">
                      <a:solidFill>
                        <a:srgbClr val="D8D3CA"/>
                      </a:solidFill>
                      <a:prstDash val="solid"/>
                    </a:lnB>
                    <a:solidFill>
                      <a:srgbClr val="FFFDFC"/>
                    </a:solidFill>
                  </a:tcPr>
                </a:tc>
                <a:tc>
                  <a:txBody>
                    <a:bodyPr/>
                    <a:lstStyle/>
                    <a:p>
                      <a:r>
                        <a:rPr sz="1050">
                          <a:solidFill>
                            <a:srgbClr val="2C3E50"/>
                          </a:solidFill>
                        </a:rPr>
                        <a:t>1</a:t>
                      </a:r>
                    </a:p>
                  </a:txBody>
                  <a:tcPr marL="95250" marR="95250" marT="38100" marB="38100" anchor="ctr">
                    <a:lnR w="9525">
                      <a:solidFill>
                        <a:srgbClr val="D8D3CA"/>
                      </a:solidFill>
                      <a:prstDash val="solid"/>
                    </a:lnR>
                    <a:lnB w="9525">
                      <a:solidFill>
                        <a:srgbClr val="D8D3CA"/>
                      </a:solidFill>
                      <a:prstDash val="solid"/>
                    </a:lnB>
                    <a:solidFill>
                      <a:srgbClr val="FFFDFC"/>
                    </a:solidFill>
                  </a:tcPr>
                </a:tc>
              </a:tr>
              <a:tr h="347663">
                <a:tc>
                  <a:txBody>
                    <a:bodyPr/>
                    <a:lstStyle/>
                    <a:p>
                      <a:pPr algn="l"/>
                      <a:r>
                        <a:rPr sz="1125" b="1">
                          <a:solidFill>
                            <a:srgbClr val="203247"/>
                          </a:solidFill>
                        </a:rPr>
                        <a:t>TOTAL</a:t>
                      </a:r>
                    </a:p>
                  </a:txBody>
                  <a:tcPr marL="95250" marR="95250" marT="38100" marB="38100" anchor="ctr">
                    <a:lnL w="9525">
                      <a:solidFill>
                        <a:srgbClr val="D8D3CA"/>
                      </a:solidFill>
                      <a:prstDash val="solid"/>
                    </a:lnL>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35</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34</a:t>
                      </a:r>
                    </a:p>
                  </a:txBody>
                  <a:tcPr marL="95250" marR="95250" marT="38100" marB="38100" anchor="ctr">
                    <a:lnR w="9525">
                      <a:solidFill>
                        <a:srgbClr val="D8D3CA"/>
                      </a:solidFill>
                      <a:prstDash val="solid"/>
                    </a:lnR>
                    <a:lnB w="9525">
                      <a:solidFill>
                        <a:srgbClr val="D8D3CA"/>
                      </a:solidFill>
                      <a:prstDash val="solid"/>
                    </a:lnB>
                    <a:solidFill>
                      <a:srgbClr val="E3EEF1"/>
                    </a:solidFill>
                  </a:tcPr>
                </a:tc>
                <a:tc>
                  <a:txBody>
                    <a:bodyPr/>
                    <a:lstStyle/>
                    <a:p>
                      <a:r>
                        <a:rPr sz="1125" b="1">
                          <a:solidFill>
                            <a:srgbClr val="203247"/>
                          </a:solidFill>
                        </a:rPr>
                        <a:t>1</a:t>
                      </a:r>
                    </a:p>
                  </a:txBody>
                  <a:tcPr marL="95250" marR="95250" marT="38100" marB="38100" anchor="ctr">
                    <a:lnR w="9525">
                      <a:solidFill>
                        <a:srgbClr val="D8D3CA"/>
                      </a:solidFill>
                      <a:prstDash val="solid"/>
                    </a:lnR>
                    <a:lnB w="9525">
                      <a:solidFill>
                        <a:srgbClr val="D8D3CA"/>
                      </a:solidFill>
                      <a:prstDash val="solid"/>
                    </a:lnB>
                    <a:solidFill>
                      <a:srgbClr val="E3EEF1"/>
                    </a:solidFill>
                  </a:tcPr>
                </a:tc>
              </a:tr>
            </a:tbl>
          </a:graphicData>
        </a:graphic>
      </p:graphicFrame>
      <p:sp>
        <p:nvSpPr>
          <p:cNvPr id="6" name="">
            <a:extLst xmlns:a="http://schemas.openxmlformats.org/drawingml/2006/main">
              <a:ext uri="{FF2B5EF4-FFF2-40B4-BE49-F238E27FC236}">
                <a16:creationId xmlns:a16="http://schemas.microsoft.com/office/drawing/2014/main" id="{738A250D-E6F2-4BD1-84A8-E675E6FB6A12}"/>
              </a:ext>
            </a:extLst>
          </p:cNvPr>
          <p:cNvSpPr>
            <a:spLocks xmlns:a="http://schemas.openxmlformats.org/drawingml/2006/main" noGrp="1"/>
          </p:cNvSpPr>
          <p:nvPr/>
        </p:nvSpPr>
        <p:spPr>
          <a:xfrm xmlns:a="http://schemas.openxmlformats.org/drawingml/2006/main">
            <a:off x="628650" y="5905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E5D78"/>
                </a:solidFill>
              </a:defRPr>
            </a:defPPr>
            <a:lvl1pPr algn="l">
              <a:defRPr sz="1275" b="1">
                <a:solidFill>
                  <a:srgbClr val="1E5D78"/>
                </a:solidFill>
              </a:defRPr>
            </a:lvl1pPr>
            <a:lvl2pPr algn="l">
              <a:defRPr sz="1275" b="1">
                <a:solidFill>
                  <a:srgbClr val="1E5D78"/>
                </a:solidFill>
              </a:defRPr>
            </a:lvl2pPr>
            <a:lvl3pPr algn="l">
              <a:defRPr sz="1275" b="1">
                <a:solidFill>
                  <a:srgbClr val="1E5D78"/>
                </a:solidFill>
              </a:defRPr>
            </a:lvl3pPr>
            <a:lvl4pPr algn="l">
              <a:defRPr sz="1275" b="1">
                <a:solidFill>
                  <a:srgbClr val="1E5D78"/>
                </a:solidFill>
              </a:defRPr>
            </a:lvl4pPr>
            <a:lvl5pPr algn="l">
              <a:defRPr sz="1275" b="1">
                <a:solidFill>
                  <a:srgbClr val="1E5D78"/>
                </a:solidFill>
              </a:defRPr>
            </a:lvl5pPr>
            <a:lvl6pPr algn="l">
              <a:defRPr sz="1275" b="1">
                <a:solidFill>
                  <a:srgbClr val="1E5D78"/>
                </a:solidFill>
              </a:defRPr>
            </a:lvl6pPr>
            <a:lvl7pPr algn="l">
              <a:defRPr sz="1275" b="1">
                <a:solidFill>
                  <a:srgbClr val="1E5D78"/>
                </a:solidFill>
              </a:defRPr>
            </a:lvl7pPr>
            <a:lvl8pPr algn="l">
              <a:defRPr sz="1275" b="1">
                <a:solidFill>
                  <a:srgbClr val="1E5D78"/>
                </a:solidFill>
              </a:defRPr>
            </a:lvl8pPr>
            <a:lvl9pPr algn="l">
              <a:defRPr sz="1275" b="1">
                <a:solidFill>
                  <a:srgbClr val="1E5D78"/>
                </a:solidFill>
              </a:defRPr>
            </a:lvl9pPr>
          </a:lstStyle>
          <a:p xmlns:a="http://schemas.openxmlformats.org/drawingml/2006/main">
            <a:pPr algn="l">
              <a:defRPr sz="1275" b="1">
                <a:solidFill>
                  <a:srgbClr val="1E5D78"/>
                </a:solidFill>
              </a:defRPr>
            </a:pPr>
            <a:r>
              <a:rPr sz="1275" b="1">
                <a:solidFill>
                  <a:srgbClr val="1E5D78"/>
                </a:solidFill>
              </a:rPr>
              <a:t>34 of 35 reference hazards detected  |  AI can still miss small details, so human review remains necessary</a:t>
            </a:r>
          </a:p>
        </p:txBody>
      </p:sp>
    </p:spTree>
    <p:extLst>
      <p:ext uri="{BB962C8B-B14F-4D97-AF65-F5344CB8AC3E}">
        <p14:creationId xmlns:p14="http://schemas.microsoft.com/office/powerpoint/2010/main" val="17115593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3FD8618-C4F9-46E9-88C1-299EFFA2032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E05B24-9F2F-4755-911A-4979DD1E5945}"/>
              </a:ext>
            </a:extLst>
          </p:cNvPr>
          <p:cNvSpPr>
            <a:spLocks xmlns:a="http://schemas.openxmlformats.org/drawingml/2006/main" noGrp="1"/>
          </p:cNvSpPr>
          <p:nvPr/>
        </p:nvSpPr>
        <p:spPr>
          <a:xfrm xmlns:a="http://schemas.openxmlformats.org/drawingml/2006/main">
            <a:off x="628650" y="438150"/>
            <a:ext cx="10934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2700" b="1">
                <a:solidFill>
                  <a:srgbClr val="203247"/>
                </a:solidFill>
              </a:defRPr>
            </a:defPPr>
            <a:lvl1pPr algn="l">
              <a:defRPr sz="2700" b="1">
                <a:solidFill>
                  <a:srgbClr val="203247"/>
                </a:solidFill>
              </a:defRPr>
            </a:lvl1pPr>
            <a:lvl2pPr algn="l">
              <a:defRPr sz="2700" b="1">
                <a:solidFill>
                  <a:srgbClr val="203247"/>
                </a:solidFill>
              </a:defRPr>
            </a:lvl2pPr>
            <a:lvl3pPr algn="l">
              <a:defRPr sz="2700" b="1">
                <a:solidFill>
                  <a:srgbClr val="203247"/>
                </a:solidFill>
              </a:defRPr>
            </a:lvl3pPr>
            <a:lvl4pPr algn="l">
              <a:defRPr sz="2700" b="1">
                <a:solidFill>
                  <a:srgbClr val="203247"/>
                </a:solidFill>
              </a:defRPr>
            </a:lvl4pPr>
            <a:lvl5pPr algn="l">
              <a:defRPr sz="2700" b="1">
                <a:solidFill>
                  <a:srgbClr val="203247"/>
                </a:solidFill>
              </a:defRPr>
            </a:lvl5pPr>
            <a:lvl6pPr algn="l">
              <a:defRPr sz="2700" b="1">
                <a:solidFill>
                  <a:srgbClr val="203247"/>
                </a:solidFill>
              </a:defRPr>
            </a:lvl6pPr>
            <a:lvl7pPr algn="l">
              <a:defRPr sz="2700" b="1">
                <a:solidFill>
                  <a:srgbClr val="203247"/>
                </a:solidFill>
              </a:defRPr>
            </a:lvl7pPr>
            <a:lvl8pPr algn="l">
              <a:defRPr sz="2700" b="1">
                <a:solidFill>
                  <a:srgbClr val="203247"/>
                </a:solidFill>
              </a:defRPr>
            </a:lvl8pPr>
            <a:lvl9pPr algn="l">
              <a:defRPr sz="2700" b="1">
                <a:solidFill>
                  <a:srgbClr val="203247"/>
                </a:solidFill>
              </a:defRPr>
            </a:lvl9pPr>
          </a:lstStyle>
          <a:p xmlns:a="http://schemas.openxmlformats.org/drawingml/2006/main">
            <a:pPr algn="l">
              <a:defRPr sz="2700" b="1">
                <a:solidFill>
                  <a:srgbClr val="203247"/>
                </a:solidFill>
              </a:defRPr>
            </a:pPr>
            <a:r>
              <a:rPr sz="2700" b="1">
                <a:solidFill>
                  <a:srgbClr val="203247"/>
                </a:solidFill>
              </a:rPr>
              <a:t>Designed for action and human review</a:t>
            </a:r>
          </a:p>
        </p:txBody>
      </p:sp>
      <p:sp>
        <p:nvSpPr>
          <p:cNvPr id="3" name="">
            <a:extLst xmlns:a="http://schemas.openxmlformats.org/drawingml/2006/main">
              <a:ext uri="{FF2B5EF4-FFF2-40B4-BE49-F238E27FC236}">
                <a16:creationId xmlns:a16="http://schemas.microsoft.com/office/drawing/2014/main" id="{E26991F2-BD25-4726-8962-6F01EF238898}"/>
              </a:ext>
            </a:extLst>
          </p:cNvPr>
          <p:cNvSpPr>
            <a:spLocks xmlns:a="http://schemas.openxmlformats.org/drawingml/2006/main" noGrp="1"/>
          </p:cNvSpPr>
          <p:nvPr/>
        </p:nvSpPr>
        <p:spPr>
          <a:xfrm xmlns:a="http://schemas.openxmlformats.org/drawingml/2006/main">
            <a:off x="628650" y="971550"/>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425" b="0">
                <a:solidFill>
                  <a:srgbClr val="59677A"/>
                </a:solidFill>
              </a:defRPr>
            </a:defPPr>
            <a:lvl1pPr algn="l">
              <a:defRPr sz="1425" b="0">
                <a:solidFill>
                  <a:srgbClr val="59677A"/>
                </a:solidFill>
              </a:defRPr>
            </a:lvl1pPr>
            <a:lvl2pPr algn="l">
              <a:defRPr sz="1425" b="0">
                <a:solidFill>
                  <a:srgbClr val="59677A"/>
                </a:solidFill>
              </a:defRPr>
            </a:lvl2pPr>
            <a:lvl3pPr algn="l">
              <a:defRPr sz="1425" b="0">
                <a:solidFill>
                  <a:srgbClr val="59677A"/>
                </a:solidFill>
              </a:defRPr>
            </a:lvl3pPr>
            <a:lvl4pPr algn="l">
              <a:defRPr sz="1425" b="0">
                <a:solidFill>
                  <a:srgbClr val="59677A"/>
                </a:solidFill>
              </a:defRPr>
            </a:lvl4pPr>
            <a:lvl5pPr algn="l">
              <a:defRPr sz="1425" b="0">
                <a:solidFill>
                  <a:srgbClr val="59677A"/>
                </a:solidFill>
              </a:defRPr>
            </a:lvl5pPr>
            <a:lvl6pPr algn="l">
              <a:defRPr sz="1425" b="0">
                <a:solidFill>
                  <a:srgbClr val="59677A"/>
                </a:solidFill>
              </a:defRPr>
            </a:lvl6pPr>
            <a:lvl7pPr algn="l">
              <a:defRPr sz="1425" b="0">
                <a:solidFill>
                  <a:srgbClr val="59677A"/>
                </a:solidFill>
              </a:defRPr>
            </a:lvl7pPr>
            <a:lvl8pPr algn="l">
              <a:defRPr sz="1425" b="0">
                <a:solidFill>
                  <a:srgbClr val="59677A"/>
                </a:solidFill>
              </a:defRPr>
            </a:lvl8pPr>
            <a:lvl9pPr algn="l">
              <a:defRPr sz="1425" b="0">
                <a:solidFill>
                  <a:srgbClr val="59677A"/>
                </a:solidFill>
              </a:defRPr>
            </a:lvl9pPr>
          </a:lstStyle>
          <a:p xmlns:a="http://schemas.openxmlformats.org/drawingml/2006/main">
            <a:pPr algn="l">
              <a:defRPr sz="1425" b="0">
                <a:solidFill>
                  <a:srgbClr val="59677A"/>
                </a:solidFill>
              </a:defRPr>
            </a:pPr>
            <a:r>
              <a:rPr sz="1425" b="0">
                <a:solidFill>
                  <a:srgbClr val="59677A"/>
                </a:solidFill>
              </a:rPr>
              <a:t>The result stays useful, accessible, and honest about uncertainty.</a:t>
            </a:r>
          </a:p>
        </p:txBody>
      </p:sp>
      <p:sp>
        <p:nvSpPr>
          <p:cNvPr id="4" name="">
            <a:extLst xmlns:a="http://schemas.openxmlformats.org/drawingml/2006/main">
              <a:ext uri="{FF2B5EF4-FFF2-40B4-BE49-F238E27FC236}">
                <a16:creationId xmlns:a16="http://schemas.microsoft.com/office/drawing/2014/main" id="{44A3C6ED-3066-40AF-95F2-51B8B976E09D}"/>
              </a:ext>
            </a:extLst>
          </p:cNvPr>
          <p:cNvSpPr>
            <a:spLocks xmlns:a="http://schemas.openxmlformats.org/drawingml/2006/main" noGrp="1"/>
          </p:cNvSpPr>
          <p:nvPr/>
        </p:nvSpPr>
        <p:spPr>
          <a:xfrm xmlns:a="http://schemas.openxmlformats.org/drawingml/2006/main">
            <a:off x="10858500" y="642937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r">
              <a:defRPr sz="750" b="0">
                <a:solidFill>
                  <a:srgbClr val="7D817F"/>
                </a:solidFill>
              </a:defRPr>
            </a:defPPr>
            <a:lvl1pPr algn="r">
              <a:defRPr sz="750" b="0">
                <a:solidFill>
                  <a:srgbClr val="7D817F"/>
                </a:solidFill>
              </a:defRPr>
            </a:lvl1pPr>
            <a:lvl2pPr algn="r">
              <a:defRPr sz="750" b="0">
                <a:solidFill>
                  <a:srgbClr val="7D817F"/>
                </a:solidFill>
              </a:defRPr>
            </a:lvl2pPr>
            <a:lvl3pPr algn="r">
              <a:defRPr sz="750" b="0">
                <a:solidFill>
                  <a:srgbClr val="7D817F"/>
                </a:solidFill>
              </a:defRPr>
            </a:lvl3pPr>
            <a:lvl4pPr algn="r">
              <a:defRPr sz="750" b="0">
                <a:solidFill>
                  <a:srgbClr val="7D817F"/>
                </a:solidFill>
              </a:defRPr>
            </a:lvl4pPr>
            <a:lvl5pPr algn="r">
              <a:defRPr sz="750" b="0">
                <a:solidFill>
                  <a:srgbClr val="7D817F"/>
                </a:solidFill>
              </a:defRPr>
            </a:lvl5pPr>
            <a:lvl6pPr algn="r">
              <a:defRPr sz="750" b="0">
                <a:solidFill>
                  <a:srgbClr val="7D817F"/>
                </a:solidFill>
              </a:defRPr>
            </a:lvl6pPr>
            <a:lvl7pPr algn="r">
              <a:defRPr sz="750" b="0">
                <a:solidFill>
                  <a:srgbClr val="7D817F"/>
                </a:solidFill>
              </a:defRPr>
            </a:lvl7pPr>
            <a:lvl8pPr algn="r">
              <a:defRPr sz="750" b="0">
                <a:solidFill>
                  <a:srgbClr val="7D817F"/>
                </a:solidFill>
              </a:defRPr>
            </a:lvl8pPr>
            <a:lvl9pPr algn="r">
              <a:defRPr sz="750" b="0">
                <a:solidFill>
                  <a:srgbClr val="7D817F"/>
                </a:solidFill>
              </a:defRPr>
            </a:lvl9pPr>
          </a:lstStyle>
          <a:p xmlns:a="http://schemas.openxmlformats.org/drawingml/2006/main">
            <a:pPr algn="r">
              <a:defRPr sz="750" b="0">
                <a:solidFill>
                  <a:srgbClr val="7D817F"/>
                </a:solidFill>
              </a:defRPr>
            </a:pPr>
            <a:r>
              <a:rPr sz="750" b="0">
                <a:solidFill>
                  <a:srgbClr val="7D817F"/>
                </a:solidFill>
              </a:rPr>
              <a:t>6</a:t>
            </a:r>
          </a:p>
        </p:txBody>
      </p:sp>
      <p:sp>
        <p:nvSpPr>
          <p:cNvPr id="5" name="">
            <a:extLst xmlns:a="http://schemas.openxmlformats.org/drawingml/2006/main">
              <a:ext uri="{FF2B5EF4-FFF2-40B4-BE49-F238E27FC236}">
                <a16:creationId xmlns:a16="http://schemas.microsoft.com/office/drawing/2014/main" id="{832E5B9E-3597-4EA5-85DA-1C32958E3C9C}"/>
              </a:ext>
            </a:extLst>
          </p:cNvPr>
          <p:cNvSpPr>
            <a:spLocks xmlns:a="http://schemas.openxmlformats.org/drawingml/2006/main" noGrp="1"/>
          </p:cNvSpPr>
          <p:nvPr/>
        </p:nvSpPr>
        <p:spPr>
          <a:xfrm xmlns:a="http://schemas.openxmlformats.org/drawingml/2006/main">
            <a:off x="628650" y="175260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6" name="">
            <a:extLst xmlns:a="http://schemas.openxmlformats.org/drawingml/2006/main">
              <a:ext uri="{FF2B5EF4-FFF2-40B4-BE49-F238E27FC236}">
                <a16:creationId xmlns:a16="http://schemas.microsoft.com/office/drawing/2014/main" id="{32366EBE-80D7-4444-8D62-3DCF715D860B}"/>
              </a:ext>
            </a:extLst>
          </p:cNvPr>
          <p:cNvSpPr>
            <a:spLocks xmlns:a="http://schemas.openxmlformats.org/drawingml/2006/main" noGrp="1"/>
          </p:cNvSpPr>
          <p:nvPr/>
        </p:nvSpPr>
        <p:spPr>
          <a:xfrm xmlns:a="http://schemas.openxmlformats.org/drawingml/2006/main">
            <a:off x="628650" y="1752600"/>
            <a:ext cx="76200" cy="1466850"/>
          </a:xfrm>
          <a:prstGeom xmlns:a="http://schemas.openxmlformats.org/drawingml/2006/main" prst="rect">
            <a:avLst/>
          </a:prstGeom>
          <a:solidFill xmlns:a="http://schemas.openxmlformats.org/drawingml/2006/main">
            <a:srgbClr val="1E5D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5DDECF-ED6E-47A5-9895-137DC80155DC}"/>
              </a:ext>
            </a:extLst>
          </p:cNvPr>
          <p:cNvSpPr>
            <a:spLocks xmlns:a="http://schemas.openxmlformats.org/drawingml/2006/main" noGrp="1"/>
          </p:cNvSpPr>
          <p:nvPr/>
        </p:nvSpPr>
        <p:spPr>
          <a:xfrm xmlns:a="http://schemas.openxmlformats.org/drawingml/2006/main">
            <a:off x="895350" y="192405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1E5D78"/>
                </a:solidFill>
              </a:defRPr>
            </a:defPPr>
            <a:lvl1pPr algn="l">
              <a:defRPr sz="1275" b="1">
                <a:solidFill>
                  <a:srgbClr val="1E5D78"/>
                </a:solidFill>
              </a:defRPr>
            </a:lvl1pPr>
            <a:lvl2pPr algn="l">
              <a:defRPr sz="1275" b="1">
                <a:solidFill>
                  <a:srgbClr val="1E5D78"/>
                </a:solidFill>
              </a:defRPr>
            </a:lvl2pPr>
            <a:lvl3pPr algn="l">
              <a:defRPr sz="1275" b="1">
                <a:solidFill>
                  <a:srgbClr val="1E5D78"/>
                </a:solidFill>
              </a:defRPr>
            </a:lvl3pPr>
            <a:lvl4pPr algn="l">
              <a:defRPr sz="1275" b="1">
                <a:solidFill>
                  <a:srgbClr val="1E5D78"/>
                </a:solidFill>
              </a:defRPr>
            </a:lvl4pPr>
            <a:lvl5pPr algn="l">
              <a:defRPr sz="1275" b="1">
                <a:solidFill>
                  <a:srgbClr val="1E5D78"/>
                </a:solidFill>
              </a:defRPr>
            </a:lvl5pPr>
            <a:lvl6pPr algn="l">
              <a:defRPr sz="1275" b="1">
                <a:solidFill>
                  <a:srgbClr val="1E5D78"/>
                </a:solidFill>
              </a:defRPr>
            </a:lvl6pPr>
            <a:lvl7pPr algn="l">
              <a:defRPr sz="1275" b="1">
                <a:solidFill>
                  <a:srgbClr val="1E5D78"/>
                </a:solidFill>
              </a:defRPr>
            </a:lvl7pPr>
            <a:lvl8pPr algn="l">
              <a:defRPr sz="1275" b="1">
                <a:solidFill>
                  <a:srgbClr val="1E5D78"/>
                </a:solidFill>
              </a:defRPr>
            </a:lvl8pPr>
            <a:lvl9pPr algn="l">
              <a:defRPr sz="1275" b="1">
                <a:solidFill>
                  <a:srgbClr val="1E5D78"/>
                </a:solidFill>
              </a:defRPr>
            </a:lvl9pPr>
          </a:lstStyle>
          <a:p xmlns:a="http://schemas.openxmlformats.org/drawingml/2006/main">
            <a:pPr algn="l">
              <a:defRPr sz="1275" b="1">
                <a:solidFill>
                  <a:srgbClr val="1E5D78"/>
                </a:solidFill>
              </a:defRPr>
            </a:pPr>
            <a:r>
              <a:rPr sz="1275" b="1">
                <a:solidFill>
                  <a:srgbClr val="1E5D78"/>
                </a:solidFill>
              </a:rPr>
              <a:t>CONSISTENCY</a:t>
            </a:r>
          </a:p>
        </p:txBody>
      </p:sp>
      <p:sp>
        <p:nvSpPr>
          <p:cNvPr id="8" name="">
            <a:extLst xmlns:a="http://schemas.openxmlformats.org/drawingml/2006/main">
              <a:ext uri="{FF2B5EF4-FFF2-40B4-BE49-F238E27FC236}">
                <a16:creationId xmlns:a16="http://schemas.microsoft.com/office/drawing/2014/main" id="{C2639CAC-4364-44BB-8565-CE8857E33BF9}"/>
              </a:ext>
            </a:extLst>
          </p:cNvPr>
          <p:cNvSpPr>
            <a:spLocks xmlns:a="http://schemas.openxmlformats.org/drawingml/2006/main" noGrp="1"/>
          </p:cNvSpPr>
          <p:nvPr/>
        </p:nvSpPr>
        <p:spPr>
          <a:xfrm xmlns:a="http://schemas.openxmlformats.org/drawingml/2006/main">
            <a:off x="895350" y="22669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AI proposes 1-15 points.</a:t>
            </a:r>
          </a:p>
          <a:p xmlns:a="http://schemas.openxmlformats.org/drawingml/2006/main">
            <a:pPr algn="l">
              <a:defRPr sz="1350" b="0">
                <a:solidFill>
                  <a:srgbClr val="2C3E50"/>
                </a:solidFill>
              </a:defRPr>
            </a:pPr>
            <a:r>
              <a:rPr sz="1350" b="0">
                <a:solidFill>
                  <a:srgbClr val="2C3E50"/>
                </a:solidFill>
              </a:rPr>
              <a:t>Python clamps values, applies tested fallbacks, and caps the room at 100.</a:t>
            </a:r>
          </a:p>
        </p:txBody>
      </p:sp>
      <p:sp>
        <p:nvSpPr>
          <p:cNvPr id="9" name="">
            <a:extLst xmlns:a="http://schemas.openxmlformats.org/drawingml/2006/main">
              <a:ext uri="{FF2B5EF4-FFF2-40B4-BE49-F238E27FC236}">
                <a16:creationId xmlns:a16="http://schemas.microsoft.com/office/drawing/2014/main" id="{FCCD0BD0-53FF-41D5-9087-9ADF3785585F}"/>
              </a:ext>
            </a:extLst>
          </p:cNvPr>
          <p:cNvSpPr>
            <a:spLocks xmlns:a="http://schemas.openxmlformats.org/drawingml/2006/main" noGrp="1"/>
          </p:cNvSpPr>
          <p:nvPr/>
        </p:nvSpPr>
        <p:spPr>
          <a:xfrm xmlns:a="http://schemas.openxmlformats.org/drawingml/2006/main">
            <a:off x="6096000" y="175260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0" name="">
            <a:extLst xmlns:a="http://schemas.openxmlformats.org/drawingml/2006/main">
              <a:ext uri="{FF2B5EF4-FFF2-40B4-BE49-F238E27FC236}">
                <a16:creationId xmlns:a16="http://schemas.microsoft.com/office/drawing/2014/main" id="{B6C7D3E1-1653-4504-BCCB-0674786DB7EE}"/>
              </a:ext>
            </a:extLst>
          </p:cNvPr>
          <p:cNvSpPr>
            <a:spLocks xmlns:a="http://schemas.openxmlformats.org/drawingml/2006/main" noGrp="1"/>
          </p:cNvSpPr>
          <p:nvPr/>
        </p:nvSpPr>
        <p:spPr>
          <a:xfrm xmlns:a="http://schemas.openxmlformats.org/drawingml/2006/main">
            <a:off x="6096000" y="1752600"/>
            <a:ext cx="76200" cy="1466850"/>
          </a:xfrm>
          <a:prstGeom xmlns:a="http://schemas.openxmlformats.org/drawingml/2006/main" prst="rect">
            <a:avLst/>
          </a:prstGeom>
          <a:solidFill xmlns:a="http://schemas.openxmlformats.org/drawingml/2006/main">
            <a:srgbClr val="2F7D6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11485E6-6250-4B12-8CFA-5B26A1E934EB}"/>
              </a:ext>
            </a:extLst>
          </p:cNvPr>
          <p:cNvSpPr>
            <a:spLocks xmlns:a="http://schemas.openxmlformats.org/drawingml/2006/main" noGrp="1"/>
          </p:cNvSpPr>
          <p:nvPr/>
        </p:nvSpPr>
        <p:spPr>
          <a:xfrm xmlns:a="http://schemas.openxmlformats.org/drawingml/2006/main">
            <a:off x="6362700" y="192405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2F7D68"/>
                </a:solidFill>
              </a:defRPr>
            </a:defPPr>
            <a:lvl1pPr algn="l">
              <a:defRPr sz="1275" b="1">
                <a:solidFill>
                  <a:srgbClr val="2F7D68"/>
                </a:solidFill>
              </a:defRPr>
            </a:lvl1pPr>
            <a:lvl2pPr algn="l">
              <a:defRPr sz="1275" b="1">
                <a:solidFill>
                  <a:srgbClr val="2F7D68"/>
                </a:solidFill>
              </a:defRPr>
            </a:lvl2pPr>
            <a:lvl3pPr algn="l">
              <a:defRPr sz="1275" b="1">
                <a:solidFill>
                  <a:srgbClr val="2F7D68"/>
                </a:solidFill>
              </a:defRPr>
            </a:lvl3pPr>
            <a:lvl4pPr algn="l">
              <a:defRPr sz="1275" b="1">
                <a:solidFill>
                  <a:srgbClr val="2F7D68"/>
                </a:solidFill>
              </a:defRPr>
            </a:lvl4pPr>
            <a:lvl5pPr algn="l">
              <a:defRPr sz="1275" b="1">
                <a:solidFill>
                  <a:srgbClr val="2F7D68"/>
                </a:solidFill>
              </a:defRPr>
            </a:lvl5pPr>
            <a:lvl6pPr algn="l">
              <a:defRPr sz="1275" b="1">
                <a:solidFill>
                  <a:srgbClr val="2F7D68"/>
                </a:solidFill>
              </a:defRPr>
            </a:lvl6pPr>
            <a:lvl7pPr algn="l">
              <a:defRPr sz="1275" b="1">
                <a:solidFill>
                  <a:srgbClr val="2F7D68"/>
                </a:solidFill>
              </a:defRPr>
            </a:lvl7pPr>
            <a:lvl8pPr algn="l">
              <a:defRPr sz="1275" b="1">
                <a:solidFill>
                  <a:srgbClr val="2F7D68"/>
                </a:solidFill>
              </a:defRPr>
            </a:lvl8pPr>
            <a:lvl9pPr algn="l">
              <a:defRPr sz="1275" b="1">
                <a:solidFill>
                  <a:srgbClr val="2F7D68"/>
                </a:solidFill>
              </a:defRPr>
            </a:lvl9pPr>
          </a:lstStyle>
          <a:p xmlns:a="http://schemas.openxmlformats.org/drawingml/2006/main">
            <a:pPr algn="l">
              <a:defRPr sz="1275" b="1">
                <a:solidFill>
                  <a:srgbClr val="2F7D68"/>
                </a:solidFill>
              </a:defRPr>
            </a:pPr>
            <a:r>
              <a:rPr sz="1275" b="1">
                <a:solidFill>
                  <a:srgbClr val="2F7D68"/>
                </a:solidFill>
              </a:rPr>
              <a:t>UNCERTAINTY</a:t>
            </a:r>
          </a:p>
        </p:txBody>
      </p:sp>
      <p:sp>
        <p:nvSpPr>
          <p:cNvPr id="12" name="">
            <a:extLst xmlns:a="http://schemas.openxmlformats.org/drawingml/2006/main">
              <a:ext uri="{FF2B5EF4-FFF2-40B4-BE49-F238E27FC236}">
                <a16:creationId xmlns:a16="http://schemas.microsoft.com/office/drawing/2014/main" id="{0A68BE39-9CBF-4D3A-8837-E2B78EC41A42}"/>
              </a:ext>
            </a:extLst>
          </p:cNvPr>
          <p:cNvSpPr>
            <a:spLocks xmlns:a="http://schemas.openxmlformats.org/drawingml/2006/main" noGrp="1"/>
          </p:cNvSpPr>
          <p:nvPr/>
        </p:nvSpPr>
        <p:spPr>
          <a:xfrm xmlns:a="http://schemas.openxmlformats.org/drawingml/2006/main">
            <a:off x="6362700" y="226695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The model does not guess hidden facts.</a:t>
            </a:r>
          </a:p>
          <a:p xmlns:a="http://schemas.openxmlformats.org/drawingml/2006/main">
            <a:pPr algn="l">
              <a:defRPr sz="1350" b="0">
                <a:solidFill>
                  <a:srgbClr val="2C3E50"/>
                </a:solidFill>
              </a:defRPr>
            </a:pPr>
            <a:r>
              <a:rPr sz="1350" b="0">
                <a:solidFill>
                  <a:srgbClr val="2C3E50"/>
                </a:solidFill>
              </a:rPr>
              <a:t>It turns important unknowns into simple follow-up questions.</a:t>
            </a:r>
          </a:p>
        </p:txBody>
      </p:sp>
      <p:sp>
        <p:nvSpPr>
          <p:cNvPr id="13" name="">
            <a:extLst xmlns:a="http://schemas.openxmlformats.org/drawingml/2006/main">
              <a:ext uri="{FF2B5EF4-FFF2-40B4-BE49-F238E27FC236}">
                <a16:creationId xmlns:a16="http://schemas.microsoft.com/office/drawing/2014/main" id="{E319DD5E-1D59-40D0-9B19-13AD37190CD7}"/>
              </a:ext>
            </a:extLst>
          </p:cNvPr>
          <p:cNvSpPr>
            <a:spLocks xmlns:a="http://schemas.openxmlformats.org/drawingml/2006/main" noGrp="1"/>
          </p:cNvSpPr>
          <p:nvPr/>
        </p:nvSpPr>
        <p:spPr>
          <a:xfrm xmlns:a="http://schemas.openxmlformats.org/drawingml/2006/main">
            <a:off x="628650" y="356235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4" name="">
            <a:extLst xmlns:a="http://schemas.openxmlformats.org/drawingml/2006/main">
              <a:ext uri="{FF2B5EF4-FFF2-40B4-BE49-F238E27FC236}">
                <a16:creationId xmlns:a16="http://schemas.microsoft.com/office/drawing/2014/main" id="{FC7A1BB1-3FB9-401F-A24D-B9313E52F8B6}"/>
              </a:ext>
            </a:extLst>
          </p:cNvPr>
          <p:cNvSpPr>
            <a:spLocks xmlns:a="http://schemas.openxmlformats.org/drawingml/2006/main" noGrp="1"/>
          </p:cNvSpPr>
          <p:nvPr/>
        </p:nvSpPr>
        <p:spPr>
          <a:xfrm xmlns:a="http://schemas.openxmlformats.org/drawingml/2006/main">
            <a:off x="628650" y="3562350"/>
            <a:ext cx="76200" cy="1466850"/>
          </a:xfrm>
          <a:prstGeom xmlns:a="http://schemas.openxmlformats.org/drawingml/2006/main" prst="rect">
            <a:avLst/>
          </a:prstGeom>
          <a:solidFill xmlns:a="http://schemas.openxmlformats.org/drawingml/2006/main">
            <a:srgbClr val="C9793A"/>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66947B4-EF70-47D2-BABD-26B54D2095B4}"/>
              </a:ext>
            </a:extLst>
          </p:cNvPr>
          <p:cNvSpPr>
            <a:spLocks xmlns:a="http://schemas.openxmlformats.org/drawingml/2006/main" noGrp="1"/>
          </p:cNvSpPr>
          <p:nvPr/>
        </p:nvSpPr>
        <p:spPr>
          <a:xfrm xmlns:a="http://schemas.openxmlformats.org/drawingml/2006/main">
            <a:off x="895350" y="373380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C9793A"/>
                </a:solidFill>
              </a:defRPr>
            </a:defPPr>
            <a:lvl1pPr algn="l">
              <a:defRPr sz="1275" b="1">
                <a:solidFill>
                  <a:srgbClr val="C9793A"/>
                </a:solidFill>
              </a:defRPr>
            </a:lvl1pPr>
            <a:lvl2pPr algn="l">
              <a:defRPr sz="1275" b="1">
                <a:solidFill>
                  <a:srgbClr val="C9793A"/>
                </a:solidFill>
              </a:defRPr>
            </a:lvl2pPr>
            <a:lvl3pPr algn="l">
              <a:defRPr sz="1275" b="1">
                <a:solidFill>
                  <a:srgbClr val="C9793A"/>
                </a:solidFill>
              </a:defRPr>
            </a:lvl3pPr>
            <a:lvl4pPr algn="l">
              <a:defRPr sz="1275" b="1">
                <a:solidFill>
                  <a:srgbClr val="C9793A"/>
                </a:solidFill>
              </a:defRPr>
            </a:lvl4pPr>
            <a:lvl5pPr algn="l">
              <a:defRPr sz="1275" b="1">
                <a:solidFill>
                  <a:srgbClr val="C9793A"/>
                </a:solidFill>
              </a:defRPr>
            </a:lvl5pPr>
            <a:lvl6pPr algn="l">
              <a:defRPr sz="1275" b="1">
                <a:solidFill>
                  <a:srgbClr val="C9793A"/>
                </a:solidFill>
              </a:defRPr>
            </a:lvl6pPr>
            <a:lvl7pPr algn="l">
              <a:defRPr sz="1275" b="1">
                <a:solidFill>
                  <a:srgbClr val="C9793A"/>
                </a:solidFill>
              </a:defRPr>
            </a:lvl7pPr>
            <a:lvl8pPr algn="l">
              <a:defRPr sz="1275" b="1">
                <a:solidFill>
                  <a:srgbClr val="C9793A"/>
                </a:solidFill>
              </a:defRPr>
            </a:lvl8pPr>
            <a:lvl9pPr algn="l">
              <a:defRPr sz="1275" b="1">
                <a:solidFill>
                  <a:srgbClr val="C9793A"/>
                </a:solidFill>
              </a:defRPr>
            </a:lvl9pPr>
          </a:lstStyle>
          <a:p xmlns:a="http://schemas.openxmlformats.org/drawingml/2006/main">
            <a:pPr algn="l">
              <a:defRPr sz="1275" b="1">
                <a:solidFill>
                  <a:srgbClr val="C9793A"/>
                </a:solidFill>
              </a:defRPr>
            </a:pPr>
            <a:r>
              <a:rPr sz="1275" b="1">
                <a:solidFill>
                  <a:srgbClr val="C9793A"/>
                </a:solidFill>
              </a:rPr>
              <a:t>ACTION</a:t>
            </a:r>
          </a:p>
        </p:txBody>
      </p:sp>
      <p:sp>
        <p:nvSpPr>
          <p:cNvPr id="16" name="">
            <a:extLst xmlns:a="http://schemas.openxmlformats.org/drawingml/2006/main">
              <a:ext uri="{FF2B5EF4-FFF2-40B4-BE49-F238E27FC236}">
                <a16:creationId xmlns:a16="http://schemas.microsoft.com/office/drawing/2014/main" id="{4A3F0DB3-2865-4629-BBA6-71E9E27BF140}"/>
              </a:ext>
            </a:extLst>
          </p:cNvPr>
          <p:cNvSpPr>
            <a:spLocks xmlns:a="http://schemas.openxmlformats.org/drawingml/2006/main" noGrp="1"/>
          </p:cNvSpPr>
          <p:nvPr/>
        </p:nvSpPr>
        <p:spPr>
          <a:xfrm xmlns:a="http://schemas.openxmlformats.org/drawingml/2006/main">
            <a:off x="895350" y="407670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Results become three prioritized fixes,</a:t>
            </a:r>
          </a:p>
          <a:p xmlns:a="http://schemas.openxmlformats.org/drawingml/2006/main">
            <a:pPr algn="l">
              <a:defRPr sz="1350" b="0">
                <a:solidFill>
                  <a:srgbClr val="2C3E50"/>
                </a:solidFill>
              </a:defRPr>
            </a:pPr>
            <a:r>
              <a:rPr sz="1350" b="0">
                <a:solidFill>
                  <a:srgbClr val="2C3E50"/>
                </a:solidFill>
              </a:rPr>
              <a:t>impact estimates, and before/after comparisons.</a:t>
            </a:r>
          </a:p>
        </p:txBody>
      </p:sp>
      <p:sp>
        <p:nvSpPr>
          <p:cNvPr id="17" name="">
            <a:extLst xmlns:a="http://schemas.openxmlformats.org/drawingml/2006/main">
              <a:ext uri="{FF2B5EF4-FFF2-40B4-BE49-F238E27FC236}">
                <a16:creationId xmlns:a16="http://schemas.microsoft.com/office/drawing/2014/main" id="{E22E0286-923F-412B-9745-C9D81277A0FF}"/>
              </a:ext>
            </a:extLst>
          </p:cNvPr>
          <p:cNvSpPr>
            <a:spLocks xmlns:a="http://schemas.openxmlformats.org/drawingml/2006/main" noGrp="1"/>
          </p:cNvSpPr>
          <p:nvPr/>
        </p:nvSpPr>
        <p:spPr>
          <a:xfrm xmlns:a="http://schemas.openxmlformats.org/drawingml/2006/main">
            <a:off x="6096000" y="3562350"/>
            <a:ext cx="5143500" cy="1466850"/>
          </a:xfrm>
          <a:prstGeom xmlns:a="http://schemas.openxmlformats.org/drawingml/2006/main" prst="roundRect">
            <a:avLst>
              <a:gd name="adj" fmla="val 5195"/>
            </a:avLst>
          </a:prstGeom>
          <a:solidFill xmlns:a="http://schemas.openxmlformats.org/drawingml/2006/main">
            <a:srgbClr val="FFFDFC"/>
          </a:solidFill>
          <a:ln xmlns:a="http://schemas.openxmlformats.org/drawingml/2006/main" w="9525">
            <a:solidFill>
              <a:srgbClr val="D8D3CA"/>
            </a:solidFill>
            <a:prstDash val="solid"/>
          </a:ln>
        </p:spPr>
      </p:sp>
      <p:sp>
        <p:nvSpPr>
          <p:cNvPr id="18" name="">
            <a:extLst xmlns:a="http://schemas.openxmlformats.org/drawingml/2006/main">
              <a:ext uri="{FF2B5EF4-FFF2-40B4-BE49-F238E27FC236}">
                <a16:creationId xmlns:a16="http://schemas.microsoft.com/office/drawing/2014/main" id="{D02F8DC1-09ED-4A4C-9112-984E6C53A713}"/>
              </a:ext>
            </a:extLst>
          </p:cNvPr>
          <p:cNvSpPr>
            <a:spLocks xmlns:a="http://schemas.openxmlformats.org/drawingml/2006/main" noGrp="1"/>
          </p:cNvSpPr>
          <p:nvPr/>
        </p:nvSpPr>
        <p:spPr>
          <a:xfrm xmlns:a="http://schemas.openxmlformats.org/drawingml/2006/main">
            <a:off x="6096000" y="3562350"/>
            <a:ext cx="76200" cy="1466850"/>
          </a:xfrm>
          <a:prstGeom xmlns:a="http://schemas.openxmlformats.org/drawingml/2006/main" prst="rect">
            <a:avLst/>
          </a:prstGeom>
          <a:solidFill xmlns:a="http://schemas.openxmlformats.org/drawingml/2006/main">
            <a:srgbClr val="B7504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CA2BE2A-4699-4101-A4FD-C209ADB3657F}"/>
              </a:ext>
            </a:extLst>
          </p:cNvPr>
          <p:cNvSpPr>
            <a:spLocks xmlns:a="http://schemas.openxmlformats.org/drawingml/2006/main" noGrp="1"/>
          </p:cNvSpPr>
          <p:nvPr/>
        </p:nvSpPr>
        <p:spPr>
          <a:xfrm xmlns:a="http://schemas.openxmlformats.org/drawingml/2006/main">
            <a:off x="6362700" y="3733800"/>
            <a:ext cx="464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275" b="1">
                <a:solidFill>
                  <a:srgbClr val="B75045"/>
                </a:solidFill>
              </a:defRPr>
            </a:defPPr>
            <a:lvl1pPr algn="l">
              <a:defRPr sz="1275" b="1">
                <a:solidFill>
                  <a:srgbClr val="B75045"/>
                </a:solidFill>
              </a:defRPr>
            </a:lvl1pPr>
            <a:lvl2pPr algn="l">
              <a:defRPr sz="1275" b="1">
                <a:solidFill>
                  <a:srgbClr val="B75045"/>
                </a:solidFill>
              </a:defRPr>
            </a:lvl2pPr>
            <a:lvl3pPr algn="l">
              <a:defRPr sz="1275" b="1">
                <a:solidFill>
                  <a:srgbClr val="B75045"/>
                </a:solidFill>
              </a:defRPr>
            </a:lvl3pPr>
            <a:lvl4pPr algn="l">
              <a:defRPr sz="1275" b="1">
                <a:solidFill>
                  <a:srgbClr val="B75045"/>
                </a:solidFill>
              </a:defRPr>
            </a:lvl4pPr>
            <a:lvl5pPr algn="l">
              <a:defRPr sz="1275" b="1">
                <a:solidFill>
                  <a:srgbClr val="B75045"/>
                </a:solidFill>
              </a:defRPr>
            </a:lvl5pPr>
            <a:lvl6pPr algn="l">
              <a:defRPr sz="1275" b="1">
                <a:solidFill>
                  <a:srgbClr val="B75045"/>
                </a:solidFill>
              </a:defRPr>
            </a:lvl6pPr>
            <a:lvl7pPr algn="l">
              <a:defRPr sz="1275" b="1">
                <a:solidFill>
                  <a:srgbClr val="B75045"/>
                </a:solidFill>
              </a:defRPr>
            </a:lvl7pPr>
            <a:lvl8pPr algn="l">
              <a:defRPr sz="1275" b="1">
                <a:solidFill>
                  <a:srgbClr val="B75045"/>
                </a:solidFill>
              </a:defRPr>
            </a:lvl8pPr>
            <a:lvl9pPr algn="l">
              <a:defRPr sz="1275" b="1">
                <a:solidFill>
                  <a:srgbClr val="B75045"/>
                </a:solidFill>
              </a:defRPr>
            </a:lvl9pPr>
          </a:lstStyle>
          <a:p xmlns:a="http://schemas.openxmlformats.org/drawingml/2006/main">
            <a:pPr algn="l">
              <a:defRPr sz="1275" b="1">
                <a:solidFill>
                  <a:srgbClr val="B75045"/>
                </a:solidFill>
              </a:defRPr>
            </a:pPr>
            <a:r>
              <a:rPr sz="1275" b="1">
                <a:solidFill>
                  <a:srgbClr val="B75045"/>
                </a:solidFill>
              </a:rPr>
              <a:t>ACCESS</a:t>
            </a:r>
          </a:p>
        </p:txBody>
      </p:sp>
      <p:sp>
        <p:nvSpPr>
          <p:cNvPr id="20" name="">
            <a:extLst xmlns:a="http://schemas.openxmlformats.org/drawingml/2006/main">
              <a:ext uri="{FF2B5EF4-FFF2-40B4-BE49-F238E27FC236}">
                <a16:creationId xmlns:a16="http://schemas.microsoft.com/office/drawing/2014/main" id="{7A61A099-A667-4D76-9E08-4AB15B53D1F9}"/>
              </a:ext>
            </a:extLst>
          </p:cNvPr>
          <p:cNvSpPr>
            <a:spLocks xmlns:a="http://schemas.openxmlformats.org/drawingml/2006/main" noGrp="1"/>
          </p:cNvSpPr>
          <p:nvPr/>
        </p:nvSpPr>
        <p:spPr>
          <a:xfrm xmlns:a="http://schemas.openxmlformats.org/drawingml/2006/main">
            <a:off x="6362700" y="4076700"/>
            <a:ext cx="4648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l">
              <a:defRPr sz="1350" b="0">
                <a:solidFill>
                  <a:srgbClr val="2C3E50"/>
                </a:solidFill>
              </a:defRPr>
            </a:defPPr>
            <a:lvl1pPr algn="l">
              <a:defRPr sz="1350" b="0">
                <a:solidFill>
                  <a:srgbClr val="2C3E50"/>
                </a:solidFill>
              </a:defRPr>
            </a:lvl1pPr>
            <a:lvl2pPr algn="l">
              <a:defRPr sz="1350" b="0">
                <a:solidFill>
                  <a:srgbClr val="2C3E50"/>
                </a:solidFill>
              </a:defRPr>
            </a:lvl2pPr>
            <a:lvl3pPr algn="l">
              <a:defRPr sz="1350" b="0">
                <a:solidFill>
                  <a:srgbClr val="2C3E50"/>
                </a:solidFill>
              </a:defRPr>
            </a:lvl3pPr>
            <a:lvl4pPr algn="l">
              <a:defRPr sz="1350" b="0">
                <a:solidFill>
                  <a:srgbClr val="2C3E50"/>
                </a:solidFill>
              </a:defRPr>
            </a:lvl4pPr>
            <a:lvl5pPr algn="l">
              <a:defRPr sz="1350" b="0">
                <a:solidFill>
                  <a:srgbClr val="2C3E50"/>
                </a:solidFill>
              </a:defRPr>
            </a:lvl5pPr>
            <a:lvl6pPr algn="l">
              <a:defRPr sz="1350" b="0">
                <a:solidFill>
                  <a:srgbClr val="2C3E50"/>
                </a:solidFill>
              </a:defRPr>
            </a:lvl6pPr>
            <a:lvl7pPr algn="l">
              <a:defRPr sz="1350" b="0">
                <a:solidFill>
                  <a:srgbClr val="2C3E50"/>
                </a:solidFill>
              </a:defRPr>
            </a:lvl7pPr>
            <a:lvl8pPr algn="l">
              <a:defRPr sz="1350" b="0">
                <a:solidFill>
                  <a:srgbClr val="2C3E50"/>
                </a:solidFill>
              </a:defRPr>
            </a:lvl8pPr>
            <a:lvl9pPr algn="l">
              <a:defRPr sz="1350" b="0">
                <a:solidFill>
                  <a:srgbClr val="2C3E50"/>
                </a:solidFill>
              </a:defRPr>
            </a:lvl9pPr>
          </a:lstStyle>
          <a:p xmlns:a="http://schemas.openxmlformats.org/drawingml/2006/main">
            <a:pPr algn="l">
              <a:defRPr sz="1350" b="0">
                <a:solidFill>
                  <a:srgbClr val="2C3E50"/>
                </a:solidFill>
              </a:defRPr>
            </a:pPr>
            <a:r>
              <a:rPr sz="1350" b="0">
                <a:solidFill>
                  <a:srgbClr val="2C3E50"/>
                </a:solidFill>
              </a:rPr>
              <a:t>Large controls, four color modes, Read Aloud, reduced motion, and a mobile-first layout.</a:t>
            </a:r>
          </a:p>
        </p:txBody>
      </p:sp>
      <p:sp>
        <p:nvSpPr>
          <p:cNvPr id="21" name="">
            <a:extLst xmlns:a="http://schemas.openxmlformats.org/drawingml/2006/main">
              <a:ext uri="{FF2B5EF4-FFF2-40B4-BE49-F238E27FC236}">
                <a16:creationId xmlns:a16="http://schemas.microsoft.com/office/drawing/2014/main" id="{A5BD88C8-5322-49C9-B169-75DC02E09327}"/>
              </a:ext>
            </a:extLst>
          </p:cNvPr>
          <p:cNvSpPr>
            <a:spLocks xmlns:a="http://schemas.openxmlformats.org/drawingml/2006/main" noGrp="1"/>
          </p:cNvSpPr>
          <p:nvPr/>
        </p:nvSpPr>
        <p:spPr>
          <a:xfrm xmlns:a="http://schemas.openxmlformats.org/drawingml/2006/main">
            <a:off x="628650" y="5467350"/>
            <a:ext cx="8286750" cy="590550"/>
          </a:xfrm>
          <a:prstGeom xmlns:a="http://schemas.openxmlformats.org/drawingml/2006/main" prst="roundRect">
            <a:avLst>
              <a:gd name="adj" fmla="val 12903"/>
            </a:avLst>
          </a:prstGeom>
          <a:solidFill xmlns:a="http://schemas.openxmlformats.org/drawingml/2006/main">
            <a:srgbClr val="E3EEF1"/>
          </a:solidFill>
          <a:ln xmlns:a="http://schemas.openxmlformats.org/drawingml/2006/main" w="9525">
            <a:solidFill>
              <a:srgbClr val="1E5D78"/>
            </a:solidFill>
            <a:prstDash val="solid"/>
          </a:ln>
        </p:spPr>
      </p:sp>
      <p:sp>
        <p:nvSpPr>
          <p:cNvPr id="22" name="">
            <a:extLst xmlns:a="http://schemas.openxmlformats.org/drawingml/2006/main">
              <a:ext uri="{FF2B5EF4-FFF2-40B4-BE49-F238E27FC236}">
                <a16:creationId xmlns:a16="http://schemas.microsoft.com/office/drawing/2014/main" id="{50EC4AF8-83C9-4748-B25C-623DB3475D4D}"/>
              </a:ext>
            </a:extLst>
          </p:cNvPr>
          <p:cNvSpPr>
            <a:spLocks xmlns:a="http://schemas.openxmlformats.org/drawingml/2006/main" noGrp="1"/>
          </p:cNvSpPr>
          <p:nvPr/>
        </p:nvSpPr>
        <p:spPr>
          <a:xfrm xmlns:a="http://schemas.openxmlformats.org/drawingml/2006/main">
            <a:off x="838200" y="5562600"/>
            <a:ext cx="7867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1275" b="1">
                <a:solidFill>
                  <a:srgbClr val="203247"/>
                </a:solidFill>
              </a:defRPr>
            </a:defPPr>
            <a:lvl1pPr algn="ctr">
              <a:defRPr sz="1275" b="1">
                <a:solidFill>
                  <a:srgbClr val="203247"/>
                </a:solidFill>
              </a:defRPr>
            </a:lvl1pPr>
            <a:lvl2pPr algn="ctr">
              <a:defRPr sz="1275" b="1">
                <a:solidFill>
                  <a:srgbClr val="203247"/>
                </a:solidFill>
              </a:defRPr>
            </a:lvl2pPr>
            <a:lvl3pPr algn="ctr">
              <a:defRPr sz="1275" b="1">
                <a:solidFill>
                  <a:srgbClr val="203247"/>
                </a:solidFill>
              </a:defRPr>
            </a:lvl3pPr>
            <a:lvl4pPr algn="ctr">
              <a:defRPr sz="1275" b="1">
                <a:solidFill>
                  <a:srgbClr val="203247"/>
                </a:solidFill>
              </a:defRPr>
            </a:lvl4pPr>
            <a:lvl5pPr algn="ctr">
              <a:defRPr sz="1275" b="1">
                <a:solidFill>
                  <a:srgbClr val="203247"/>
                </a:solidFill>
              </a:defRPr>
            </a:lvl5pPr>
            <a:lvl6pPr algn="ctr">
              <a:defRPr sz="1275" b="1">
                <a:solidFill>
                  <a:srgbClr val="203247"/>
                </a:solidFill>
              </a:defRPr>
            </a:lvl6pPr>
            <a:lvl7pPr algn="ctr">
              <a:defRPr sz="1275" b="1">
                <a:solidFill>
                  <a:srgbClr val="203247"/>
                </a:solidFill>
              </a:defRPr>
            </a:lvl7pPr>
            <a:lvl8pPr algn="ctr">
              <a:defRPr sz="1275" b="1">
                <a:solidFill>
                  <a:srgbClr val="203247"/>
                </a:solidFill>
              </a:defRPr>
            </a:lvl8pPr>
            <a:lvl9pPr algn="ctr">
              <a:defRPr sz="1275" b="1">
                <a:solidFill>
                  <a:srgbClr val="203247"/>
                </a:solidFill>
              </a:defRPr>
            </a:lvl9pPr>
          </a:lstStyle>
          <a:p xmlns:a="http://schemas.openxmlformats.org/drawingml/2006/main">
            <a:pPr algn="ctr">
              <a:defRPr sz="1275" b="1">
                <a:solidFill>
                  <a:srgbClr val="203247"/>
                </a:solidFill>
              </a:defRPr>
            </a:pPr>
            <a:r>
              <a:rPr sz="1275" b="1">
                <a:solidFill>
                  <a:srgbClr val="203247"/>
                </a:solidFill>
              </a:rPr>
              <a:t>Used in 200+ rooms with friends and family, who found the results extremely useful. Human review remains explicit.</a:t>
            </a:r>
          </a:p>
        </p:txBody>
      </p:sp>
      <p:pic>
        <p:nvPicPr>
          <p:cNvPr id="23" name="">
            <a:extLst xmlns:a="http://schemas.openxmlformats.org/drawingml/2006/main">
              <a:ext uri="{FF2B5EF4-FFF2-40B4-BE49-F238E27FC236}">
                <a16:creationId xmlns:a16="http://schemas.microsoft.com/office/drawing/2014/main" id="{846D8A95-385F-47EA-8330-2BF18431F4DC}"/>
              </a:ext>
            </a:extLst>
          </p:cNvPr>
          <p:cNvPicPr>
            <a:picLocks xmlns:a="http://schemas.openxmlformats.org/drawingml/2006/main" noChangeAspect="1"/>
          </p:cNvPicPr>
          <p:nvPr/>
        </p:nvPicPr>
        <p:blipFill>
          <a:blip xmlns:r="http://schemas.openxmlformats.org/officeDocument/2006/relationships" xmlns:a="http://schemas.openxmlformats.org/drawingml/2006/main" r:embed="Rcf3d5f9ea58543f5"/>
          <a:stretch xmlns:a="http://schemas.openxmlformats.org/drawingml/2006/main"/>
        </p:blipFill>
        <p:spPr>
          <a:xfrm xmlns:a="http://schemas.openxmlformats.org/drawingml/2006/main">
            <a:off x="9791700" y="5143500"/>
            <a:ext cx="1028700" cy="10287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608F2FEF-43D6-44F3-B6D2-BF4E01EC0498}"/>
              </a:ext>
            </a:extLst>
          </p:cNvPr>
          <p:cNvSpPr>
            <a:spLocks xmlns:a="http://schemas.openxmlformats.org/drawingml/2006/main" noGrp="1"/>
          </p:cNvSpPr>
          <p:nvPr/>
        </p:nvSpPr>
        <p:spPr>
          <a:xfrm xmlns:a="http://schemas.openxmlformats.org/drawingml/2006/main">
            <a:off x="9353550" y="6191250"/>
            <a:ext cx="1885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lgn="ctr">
              <a:defRPr sz="900" b="1">
                <a:solidFill>
                  <a:srgbClr val="1E5D78"/>
                </a:solidFill>
              </a:defRPr>
            </a:defPPr>
            <a:lvl1pPr algn="ctr">
              <a:defRPr sz="900" b="1">
                <a:solidFill>
                  <a:srgbClr val="1E5D78"/>
                </a:solidFill>
              </a:defRPr>
            </a:lvl1pPr>
            <a:lvl2pPr algn="ctr">
              <a:defRPr sz="900" b="1">
                <a:solidFill>
                  <a:srgbClr val="1E5D78"/>
                </a:solidFill>
              </a:defRPr>
            </a:lvl2pPr>
            <a:lvl3pPr algn="ctr">
              <a:defRPr sz="900" b="1">
                <a:solidFill>
                  <a:srgbClr val="1E5D78"/>
                </a:solidFill>
              </a:defRPr>
            </a:lvl3pPr>
            <a:lvl4pPr algn="ctr">
              <a:defRPr sz="900" b="1">
                <a:solidFill>
                  <a:srgbClr val="1E5D78"/>
                </a:solidFill>
              </a:defRPr>
            </a:lvl4pPr>
            <a:lvl5pPr algn="ctr">
              <a:defRPr sz="900" b="1">
                <a:solidFill>
                  <a:srgbClr val="1E5D78"/>
                </a:solidFill>
              </a:defRPr>
            </a:lvl5pPr>
            <a:lvl6pPr algn="ctr">
              <a:defRPr sz="900" b="1">
                <a:solidFill>
                  <a:srgbClr val="1E5D78"/>
                </a:solidFill>
              </a:defRPr>
            </a:lvl6pPr>
            <a:lvl7pPr algn="ctr">
              <a:defRPr sz="900" b="1">
                <a:solidFill>
                  <a:srgbClr val="1E5D78"/>
                </a:solidFill>
              </a:defRPr>
            </a:lvl7pPr>
            <a:lvl8pPr algn="ctr">
              <a:defRPr sz="900" b="1">
                <a:solidFill>
                  <a:srgbClr val="1E5D78"/>
                </a:solidFill>
              </a:defRPr>
            </a:lvl8pPr>
            <a:lvl9pPr algn="ctr">
              <a:defRPr sz="900" b="1">
                <a:solidFill>
                  <a:srgbClr val="1E5D78"/>
                </a:solidFill>
              </a:defRPr>
            </a:lvl9pPr>
          </a:lstStyle>
          <a:p xmlns:a="http://schemas.openxmlformats.org/drawingml/2006/main">
            <a:pPr algn="ctr">
              <a:defRPr sz="900" b="1">
                <a:solidFill>
                  <a:srgbClr val="1E5D78"/>
                </a:solidFill>
              </a:defRPr>
            </a:pPr>
            <a:r>
              <a:rPr sz="900" b="1">
                <a:solidFill>
                  <a:srgbClr val="1E5D78"/>
                </a:solidFill>
              </a:rPr>
              <a:t>TRY THE APP</a:t>
            </a:r>
          </a:p>
        </p:txBody>
      </p:sp>
    </p:spTree>
    <p:extLst>
      <p:ext uri="{BB962C8B-B14F-4D97-AF65-F5344CB8AC3E}">
        <p14:creationId xmlns:p14="http://schemas.microsoft.com/office/powerpoint/2010/main" val="16857072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2026-10-17T18:44:17.7140000Z</dcterms:created>
  <dcterms:modified xsi:type="dcterms:W3CDTF">2026-10-17T18:44:17.7140000Z</dcterms:modified>
</coreProperties>
</file>