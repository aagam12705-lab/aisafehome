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5cdb3c77af347ce" /><Relationship Type="http://schemas.openxmlformats.org/officeDocument/2006/relationships/extended-properties" Target="/docProps/app.xml" Id="Rec1f140831434adb" /><Relationship Type="http://schemas.openxmlformats.org/officeDocument/2006/relationships/officeDocument" Target="/ppt/presentation.xml" Id="R5beb69085bfe4a5e" /></Relationships>
</file>

<file path=ppt/presentation.xml><?xml version="1.0" encoding="utf-8"?>
<p:presentation xmlns:p="http://schemas.openxmlformats.org/presentationml/2006/main">
  <p:sldMasterIdLst>
    <p:sldMasterId xmlns:r="http://schemas.openxmlformats.org/officeDocument/2006/relationships" id="2147483648" r:id="R8a3fbfd180c247de"/>
  </p:sldMasterIdLst>
  <p:notesMasterIdLst>
    <p:notesMasterId xmlns:r="http://schemas.openxmlformats.org/officeDocument/2006/relationships" r:id="R8fdce8d453354c4d"/>
  </p:notesMasterIdLst>
  <p:sldIdLst>
    <p:sldId xmlns:r="http://schemas.openxmlformats.org/officeDocument/2006/relationships" id="256" r:id="R2d4e3cfcb3ac4fb8"/>
    <p:sldId xmlns:r="http://schemas.openxmlformats.org/officeDocument/2006/relationships" id="257" r:id="Rc93a06ad388f480c"/>
    <p:sldId xmlns:r="http://schemas.openxmlformats.org/officeDocument/2006/relationships" id="258" r:id="R106f2a23691e429e"/>
    <p:sldId xmlns:r="http://schemas.openxmlformats.org/officeDocument/2006/relationships" id="259" r:id="R69df22fe90c84ad6"/>
    <p:sldId xmlns:r="http://schemas.openxmlformats.org/officeDocument/2006/relationships" id="260" r:id="R589f397a35204b49"/>
    <p:sldId xmlns:r="http://schemas.openxmlformats.org/officeDocument/2006/relationships" id="261" r:id="R55b28c729fea40f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a349d1c64c3468e" /><Relationship Type="http://schemas.openxmlformats.org/officeDocument/2006/relationships/slideMaster" Target="/ppt/slideMasters/slideMaster1.xml" Id="R8a3fbfd180c247de" /><Relationship Type="http://schemas.openxmlformats.org/officeDocument/2006/relationships/notesMaster" Target="/ppt/notesMasters/notesMaster1.xml" Id="R8fdce8d453354c4d" /><Relationship Type="http://schemas.openxmlformats.org/officeDocument/2006/relationships/presProps" Target="/ppt/presProps.xml" Id="Rbf2cfded74724174" /><Relationship Type="http://schemas.openxmlformats.org/officeDocument/2006/relationships/tableStyles" Target="/ppt/tableStyles.xml" Id="R46ca6d0d13064bfa" /><Relationship Type="http://schemas.openxmlformats.org/officeDocument/2006/relationships/slide" Target="/ppt/slides/slide1.xml" Id="R2d4e3cfcb3ac4fb8" /><Relationship Type="http://schemas.openxmlformats.org/officeDocument/2006/relationships/slide" Target="/ppt/slides/slide2.xml" Id="Rc93a06ad388f480c" /><Relationship Type="http://schemas.openxmlformats.org/officeDocument/2006/relationships/slide" Target="/ppt/slides/slide3.xml" Id="R106f2a23691e429e" /><Relationship Type="http://schemas.openxmlformats.org/officeDocument/2006/relationships/slide" Target="/ppt/slides/slide4.xml" Id="R69df22fe90c84ad6" /><Relationship Type="http://schemas.openxmlformats.org/officeDocument/2006/relationships/slide" Target="/ppt/slides/slide5.xml" Id="R589f397a35204b49" /><Relationship Type="http://schemas.openxmlformats.org/officeDocument/2006/relationships/slide" Target="/ppt/slides/slide6.xml" Id="R55b28c729fea40f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04d3e498d8740a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0d067cb922b41bf" /><Relationship Type="http://schemas.openxmlformats.org/officeDocument/2006/relationships/notesMaster" Target="/ppt/notesMasters/notesMaster1.xml" Id="Ra2a3d4f038ae4770" /></Relationships>
</file>

<file path=ppt/notesSlides/_rels/notesSlide2.xml.rels>&#65279;<?xml version="1.0" encoding="utf-8"?><Relationships xmlns="http://schemas.openxmlformats.org/package/2006/relationships"><Relationship Type="http://schemas.openxmlformats.org/officeDocument/2006/relationships/slide" Target="/ppt/slides/slide2.xml" Id="Re7dd3356b8b94b45" /><Relationship Type="http://schemas.openxmlformats.org/officeDocument/2006/relationships/notesMaster" Target="/ppt/notesMasters/notesMaster1.xml" Id="R0a9ed7f5e7c14671" /></Relationships>
</file>

<file path=ppt/notesSlides/_rels/notesSlide3.xml.rels>&#65279;<?xml version="1.0" encoding="utf-8"?><Relationships xmlns="http://schemas.openxmlformats.org/package/2006/relationships"><Relationship Type="http://schemas.openxmlformats.org/officeDocument/2006/relationships/slide" Target="/ppt/slides/slide3.xml" Id="R0bbd615ef1bf4601" /><Relationship Type="http://schemas.openxmlformats.org/officeDocument/2006/relationships/notesMaster" Target="/ppt/notesMasters/notesMaster1.xml" Id="Rd193ed9410e249d6" /></Relationships>
</file>

<file path=ppt/notesSlides/_rels/notesSlide4.xml.rels>&#65279;<?xml version="1.0" encoding="utf-8"?><Relationships xmlns="http://schemas.openxmlformats.org/package/2006/relationships"><Relationship Type="http://schemas.openxmlformats.org/officeDocument/2006/relationships/slide" Target="/ppt/slides/slide4.xml" Id="Rcce40710422b43bd" /><Relationship Type="http://schemas.openxmlformats.org/officeDocument/2006/relationships/notesMaster" Target="/ppt/notesMasters/notesMaster1.xml" Id="R211a72d1a6c94565" /></Relationships>
</file>

<file path=ppt/notesSlides/_rels/notesSlide5.xml.rels>&#65279;<?xml version="1.0" encoding="utf-8"?><Relationships xmlns="http://schemas.openxmlformats.org/package/2006/relationships"><Relationship Type="http://schemas.openxmlformats.org/officeDocument/2006/relationships/slide" Target="/ppt/slides/slide5.xml" Id="R61fdf0c8d8c64f5d" /><Relationship Type="http://schemas.openxmlformats.org/officeDocument/2006/relationships/notesMaster" Target="/ppt/notesMasters/notesMaster1.xml" Id="R29a2e30765374058" /></Relationships>
</file>

<file path=ppt/notesSlides/_rels/notesSlide6.xml.rels>&#65279;<?xml version="1.0" encoding="utf-8"?><Relationships xmlns="http://schemas.openxmlformats.org/package/2006/relationships"><Relationship Type="http://schemas.openxmlformats.org/officeDocument/2006/relationships/slide" Target="/ppt/slides/slide6.xml" Id="R1d2675682bd64de0" /><Relationship Type="http://schemas.openxmlformats.org/officeDocument/2006/relationships/notesMaster" Target="/ppt/notesMasters/notesMaster1.xml" Id="R94cc6bdf96e243c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VIDEO TIMING</a:t>
            </a:r>
          </a:p>
          <a:p xmlns:a="http://schemas.openxmlformats.org/drawingml/2006/main">
            <a:r>
              <a:t>0:00-0:12 (12 seconds)</a:t>
            </a:r>
          </a:p>
          <a:p xmlns:a="http://schemas.openxmlformats.org/drawingml/2006/main">
            <a:r>
              <a:t/>
            </a:r>
          </a:p>
          <a:p xmlns:a="http://schemas.openxmlformats.org/drawingml/2006/main">
            <a:r>
              <a:t>NARRATION</a:t>
            </a:r>
          </a:p>
          <a:p xmlns:a="http://schemas.openxmlformats.org/drawingml/2006/main">
            <a:r>
              <a:t>I am Aagam Jain, creator of SafeHome AI. Ordinary fall hazards are easy to miss, so one room photo becomes a prioritized safety plan for older adults and caregivers.</a:t>
            </a:r>
          </a:p>
          <a:p xmlns:a="http://schemas.openxmlformats.org/drawingml/2006/main">
            <a:r>
              <a:t/>
            </a:r>
          </a:p>
          <a:p xmlns:a="http://schemas.openxmlformats.org/drawingml/2006/main">
            <a:r>
              <a:t>NEXT APP CLIP</a:t>
            </a:r>
          </a:p>
          <a:p xmlns:a="http://schemas.openxmlformats.org/drawingml/2006/main">
            <a:r>
              <a:t>0:12-0:32 - Clip A: Use two prepared shots. First show room selection. Cut to the uploaded photo and begin analysis.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VIDEO TIMING</a:t>
            </a:r>
          </a:p>
          <a:p xmlns:a="http://schemas.openxmlformats.org/drawingml/2006/main">
            <a:r>
              <a:t>0:32-0:44 (12 seconds)</a:t>
            </a:r>
          </a:p>
          <a:p xmlns:a="http://schemas.openxmlformats.org/drawingml/2006/main">
            <a:r>
              <a:t/>
            </a:r>
          </a:p>
          <a:p xmlns:a="http://schemas.openxmlformats.org/drawingml/2006/main">
            <a:r>
              <a:t>NARRATION</a:t>
            </a:r>
          </a:p>
          <a:p xmlns:a="http://schemas.openxmlformats.org/drawingml/2006/main">
            <a:r>
              <a:t>Long checklists can overwhelm users. SafeHome AI starts with the room. Quick Check needs no account, while signing in adds saved progress, comparisons, and sharing.</a:t>
            </a:r>
          </a:p>
          <a:p xmlns:a="http://schemas.openxmlformats.org/drawingml/2006/main">
            <a:r>
              <a:t/>
            </a:r>
          </a:p>
          <a:p xmlns:a="http://schemas.openxmlformats.org/drawingml/2006/main">
            <a:r>
              <a:t>NEXT APP CLIP</a:t>
            </a:r>
          </a:p>
          <a:p xmlns:a="http://schemas.openxmlformats.org/drawingml/2006/main">
            <a:r>
              <a:t>0:44-1:14 - Clip B: Use three prepared shots: marked evidence, one follow-up question, and the completed score.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VIDEO TIMING</a:t>
            </a:r>
          </a:p>
          <a:p xmlns:a="http://schemas.openxmlformats.org/drawingml/2006/main">
            <a:r>
              <a:t>1:14-1:30 (16 seconds)</a:t>
            </a:r>
          </a:p>
          <a:p xmlns:a="http://schemas.openxmlformats.org/drawingml/2006/main">
            <a:r>
              <a:t/>
            </a:r>
          </a:p>
          <a:p xmlns:a="http://schemas.openxmlformats.org/drawingml/2006/main">
            <a:r>
              <a:t>NARRATION</a:t>
            </a:r>
          </a:p>
          <a:p xmlns:a="http://schemas.openxmlformats.org/drawingml/2006/main">
            <a:r>
              <a:t>I built the app with Python, Streamlit, and CSS. Vision AI locates evidence; my validation layer checks categories, clamps points, and uses fallbacks. Supabase stores history, Brevo sends text-only summaries, and photos are not saved.</a:t>
            </a:r>
          </a:p>
          <a:p xmlns:a="http://schemas.openxmlformats.org/drawingml/2006/main">
            <a:r>
              <a:t/>
            </a:r>
          </a:p>
          <a:p xmlns:a="http://schemas.openxmlformats.org/drawingml/2006/main">
            <a:r>
              <a:t>NEXT APP CLIP</a:t>
            </a:r>
          </a:p>
          <a:p xmlns:a="http://schemas.openxmlformats.org/drawingml/2006/main">
            <a:r>
              <a:t>1:30-1:50 - Clip C: Use two prepared shots: the safety plan and the completed before-and-after comparison.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VIDEO TIMING</a:t>
            </a:r>
          </a:p>
          <a:p xmlns:a="http://schemas.openxmlformats.org/drawingml/2006/main">
            <a:r>
              <a:t>1:50-2:05 (15 seconds)</a:t>
            </a:r>
          </a:p>
          <a:p xmlns:a="http://schemas.openxmlformats.org/drawingml/2006/main">
            <a:r>
              <a:t/>
            </a:r>
          </a:p>
          <a:p xmlns:a="http://schemas.openxmlformats.org/drawingml/2006/main">
            <a:r>
              <a:t>NARRATION</a:t>
            </a:r>
          </a:p>
          <a:p xmlns:a="http://schemas.openxmlformats.org/drawingml/2006/main">
            <a:r>
              <a:t>The hardest problem was inconsistent AI scoring. I solved it by limiting hazards to one through fifteen points, adding confirmed follow-up concerns, using category fallbacks, and capping the room at one hundred.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VIDEO TIMING</a:t>
            </a:r>
          </a:p>
          <a:p xmlns:a="http://schemas.openxmlformats.org/drawingml/2006/main">
            <a:r>
              <a:t>2:05-2:20 (15 seconds)</a:t>
            </a:r>
          </a:p>
          <a:p xmlns:a="http://schemas.openxmlformats.org/drawingml/2006/main">
            <a:r>
              <a:t/>
            </a:r>
          </a:p>
          <a:p xmlns:a="http://schemas.openxmlformats.org/drawingml/2006/main">
            <a:r>
              <a:t>NARRATION</a:t>
            </a:r>
          </a:p>
          <a:p xmlns:a="http://schemas.openxmlformats.org/drawingml/2006/main">
            <a:r>
              <a:t>For validation, I labeled thirty-five hazards across ten staged photos before running the app. It found thirty-four. That small test revealed a miss and improved my rules; it does not prove real-world accuracy.</a:t>
            </a:r>
          </a:p>
          <a:p xmlns:a="http://schemas.openxmlformats.org/drawingml/2006/main">
            <a:r>
              <a:t/>
            </a:r>
          </a:p>
          <a:p xmlns:a="http://schemas.openxmlformats.org/drawingml/2006/main">
            <a:r>
              <a:t>NEXT APP CLIP</a:t>
            </a:r>
          </a:p>
          <a:p xmlns:a="http://schemas.openxmlformats.org/drawingml/2006/main">
            <a:r>
              <a:t>2:20-2:45 - Clip D: Use three prepared shots: dashboard and trend, add a recipient field, and Accessibility.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VIDEO TIMING</a:t>
            </a:r>
          </a:p>
          <a:p xmlns:a="http://schemas.openxmlformats.org/drawingml/2006/main">
            <a:r>
              <a:t>2:45-3:00 (15 seconds)</a:t>
            </a:r>
          </a:p>
          <a:p xmlns:a="http://schemas.openxmlformats.org/drawingml/2006/main">
            <a:r>
              <a:t/>
            </a:r>
          </a:p>
          <a:p xmlns:a="http://schemas.openxmlformats.org/drawingml/2006/main">
            <a:r>
              <a:t>NARRATION</a:t>
            </a:r>
          </a:p>
          <a:p xmlns:a="http://schemas.openxmlformats.org/drawingml/2006/main">
            <a:r>
              <a:t>SafeHome AI helps families notice risks sooner, choose the first fix, and verify improvement. It supports caregivers and safety professionals rather than replacing them. The QR code opens the working app.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c892f4fb53d46ea"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d92bb679bfba473d"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67b23fb111424a58"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5a1cad12ff7544c0"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f37d4a2ebd404d63"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b4e0a38d21ae432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B932BA6-4B4E-45A1-83EE-D4083F0D3735}"/>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500E1C57-039C-48FE-A1BC-9F62A27180D8}"/>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A61B2047-DF3F-4CFC-BC6A-766CE9609E52}"/>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6778578-79F8-409A-9AD9-57BF23F75F9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669FB10E-E010-4C00-ACE3-69D2AA43CC46}"/>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09F8C7AD-2A79-48EE-8908-87000EBA645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FB14D4A-3D95-4376-945B-1336F0AAD113}"/>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B59BE55B-0138-487C-8B2C-45EE25289B93}"/>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872690B-8D8F-4547-AB53-416BB768F53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5D6B40FA-C575-498E-BE80-F0042F8825A6}"/>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404e530b27e4d1d" /><Relationship Type="http://schemas.openxmlformats.org/officeDocument/2006/relationships/slideLayout" Target="/ppt/slideLayouts/slideLayout1.xml" Id="R5543fd3fdcfd46ce" /><Relationship Type="http://schemas.openxmlformats.org/officeDocument/2006/relationships/slideLayout" Target="/ppt/slideLayouts/slideLayout2.xml" Id="R5a2aa5ef176649ba" /><Relationship Type="http://schemas.openxmlformats.org/officeDocument/2006/relationships/slideLayout" Target="/ppt/slideLayouts/slideLayout3.xml" Id="R5b06de42674f476e" /><Relationship Type="http://schemas.openxmlformats.org/officeDocument/2006/relationships/slideLayout" Target="/ppt/slideLayouts/slideLayout4.xml" Id="R81e9b09ed2804538" /><Relationship Type="http://schemas.openxmlformats.org/officeDocument/2006/relationships/slideLayout" Target="/ppt/slideLayouts/slideLayout5.xml" Id="Rbe8c0f6874e142dc" /><Relationship Type="http://schemas.openxmlformats.org/officeDocument/2006/relationships/slideLayout" Target="/ppt/slideLayouts/slideLayout6.xml" Id="R44a5bb403a894c9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543fd3fdcfd46ce"/>
    <p:sldLayoutId xmlns:r="http://schemas.openxmlformats.org/officeDocument/2006/relationships" id="2147483650" r:id="R5a2aa5ef176649ba"/>
    <p:sldLayoutId xmlns:r="http://schemas.openxmlformats.org/officeDocument/2006/relationships" id="2147483651" r:id="R5b06de42674f476e"/>
    <p:sldLayoutId xmlns:r="http://schemas.openxmlformats.org/officeDocument/2006/relationships" id="2147483652" r:id="R81e9b09ed2804538"/>
    <p:sldLayoutId xmlns:r="http://schemas.openxmlformats.org/officeDocument/2006/relationships" id="2147483653" r:id="Rbe8c0f6874e142dc"/>
    <p:sldLayoutId xmlns:r="http://schemas.openxmlformats.org/officeDocument/2006/relationships" id="2147483654" r:id="R44a5bb403a894c9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9512c979f7154d4b" /><Relationship Type="http://schemas.openxmlformats.org/officeDocument/2006/relationships/notesSlide" Target="/ppt/notesSlides/notesSlide1.xml" Id="R507e6b8fb6864675"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79d452fe3b244e23" /><Relationship Type="http://schemas.openxmlformats.org/officeDocument/2006/relationships/notesSlide" Target="/ppt/notesSlides/notesSlide2.xml" Id="Rc563aa48d7e94804"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c9de27b67f5843c7" /><Relationship Type="http://schemas.openxmlformats.org/officeDocument/2006/relationships/notesSlide" Target="/ppt/notesSlides/notesSlide3.xml" Id="R4e78fd9fbc3e468c"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2e882f3930794450" /><Relationship Type="http://schemas.openxmlformats.org/officeDocument/2006/relationships/notesSlide" Target="/ppt/notesSlides/notesSlide4.xml" Id="R6aa5f52fec9c475d"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36ecd43ca3874673" /><Relationship Type="http://schemas.openxmlformats.org/officeDocument/2006/relationships/notesSlide" Target="/ppt/notesSlides/notesSlide5.xml" Id="Rbddb7ab0bfd74254"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8c7902ed67d245d9" /><Relationship Type="http://schemas.openxmlformats.org/officeDocument/2006/relationships/image" Target="/ppt/media/image.png" Id="Rcbf7975dbf8b4327" /><Relationship Type="http://schemas.openxmlformats.org/officeDocument/2006/relationships/notesSlide" Target="/ppt/notesSlides/notesSlide6.xml" Id="Rbf639c7201bf4b2d" /></Relationships>
</file>

<file path=ppt/slides/slide1.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52F1C2B0-5218-4F7A-AE38-BE0A57A363CD}"/>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1E5D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CFC7C64-3656-4051-BED6-E1F96545E329}"/>
              </a:ext>
            </a:extLst>
          </p:cNvPr>
          <p:cNvSpPr>
            <a:spLocks xmlns:a="http://schemas.openxmlformats.org/drawingml/2006/main" noGrp="1"/>
          </p:cNvSpPr>
          <p:nvPr/>
        </p:nvSpPr>
        <p:spPr>
          <a:xfrm xmlns:a="http://schemas.openxmlformats.org/drawingml/2006/main">
            <a:off x="628650" y="1047750"/>
            <a:ext cx="6762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3900" b="1">
                <a:solidFill>
                  <a:srgbClr val="203247"/>
                </a:solidFill>
              </a:defRPr>
            </a:defPPr>
            <a:lvl1pPr algn="l">
              <a:defRPr sz="3900" b="1">
                <a:solidFill>
                  <a:srgbClr val="203247"/>
                </a:solidFill>
              </a:defRPr>
            </a:lvl1pPr>
            <a:lvl2pPr algn="l">
              <a:defRPr sz="3900" b="1">
                <a:solidFill>
                  <a:srgbClr val="203247"/>
                </a:solidFill>
              </a:defRPr>
            </a:lvl2pPr>
            <a:lvl3pPr algn="l">
              <a:defRPr sz="3900" b="1">
                <a:solidFill>
                  <a:srgbClr val="203247"/>
                </a:solidFill>
              </a:defRPr>
            </a:lvl3pPr>
            <a:lvl4pPr algn="l">
              <a:defRPr sz="3900" b="1">
                <a:solidFill>
                  <a:srgbClr val="203247"/>
                </a:solidFill>
              </a:defRPr>
            </a:lvl4pPr>
            <a:lvl5pPr algn="l">
              <a:defRPr sz="3900" b="1">
                <a:solidFill>
                  <a:srgbClr val="203247"/>
                </a:solidFill>
              </a:defRPr>
            </a:lvl5pPr>
            <a:lvl6pPr algn="l">
              <a:defRPr sz="3900" b="1">
                <a:solidFill>
                  <a:srgbClr val="203247"/>
                </a:solidFill>
              </a:defRPr>
            </a:lvl6pPr>
            <a:lvl7pPr algn="l">
              <a:defRPr sz="3900" b="1">
                <a:solidFill>
                  <a:srgbClr val="203247"/>
                </a:solidFill>
              </a:defRPr>
            </a:lvl7pPr>
            <a:lvl8pPr algn="l">
              <a:defRPr sz="3900" b="1">
                <a:solidFill>
                  <a:srgbClr val="203247"/>
                </a:solidFill>
              </a:defRPr>
            </a:lvl8pPr>
            <a:lvl9pPr algn="l">
              <a:defRPr sz="3900" b="1">
                <a:solidFill>
                  <a:srgbClr val="203247"/>
                </a:solidFill>
              </a:defRPr>
            </a:lvl9pPr>
          </a:lstStyle>
          <a:p xmlns:a="http://schemas.openxmlformats.org/drawingml/2006/main">
            <a:pPr algn="l">
              <a:defRPr sz="3900" b="1">
                <a:solidFill>
                  <a:srgbClr val="203247"/>
                </a:solidFill>
              </a:defRPr>
            </a:pPr>
            <a:r>
              <a:rPr sz="3900" b="1">
                <a:solidFill>
                  <a:srgbClr val="203247"/>
                </a:solidFill>
              </a:rPr>
              <a:t>SafeHome AI</a:t>
            </a:r>
          </a:p>
        </p:txBody>
      </p:sp>
      <p:sp>
        <p:nvSpPr>
          <p:cNvPr id="3" name="">
            <a:extLst xmlns:a="http://schemas.openxmlformats.org/drawingml/2006/main">
              <a:ext uri="{FF2B5EF4-FFF2-40B4-BE49-F238E27FC236}">
                <a16:creationId xmlns:a16="http://schemas.microsoft.com/office/drawing/2014/main" id="{A9E44D0F-99A9-4F91-A62E-6F1B678A677E}"/>
              </a:ext>
            </a:extLst>
          </p:cNvPr>
          <p:cNvSpPr>
            <a:spLocks xmlns:a="http://schemas.openxmlformats.org/drawingml/2006/main" noGrp="1"/>
          </p:cNvSpPr>
          <p:nvPr/>
        </p:nvSpPr>
        <p:spPr>
          <a:xfrm xmlns:a="http://schemas.openxmlformats.org/drawingml/2006/main">
            <a:off x="628650" y="1952625"/>
            <a:ext cx="6572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875" b="0">
                <a:solidFill>
                  <a:srgbClr val="59677A"/>
                </a:solidFill>
              </a:defRPr>
            </a:defPPr>
            <a:lvl1pPr algn="l">
              <a:defRPr sz="1875" b="0">
                <a:solidFill>
                  <a:srgbClr val="59677A"/>
                </a:solidFill>
              </a:defRPr>
            </a:lvl1pPr>
            <a:lvl2pPr algn="l">
              <a:defRPr sz="1875" b="0">
                <a:solidFill>
                  <a:srgbClr val="59677A"/>
                </a:solidFill>
              </a:defRPr>
            </a:lvl2pPr>
            <a:lvl3pPr algn="l">
              <a:defRPr sz="1875" b="0">
                <a:solidFill>
                  <a:srgbClr val="59677A"/>
                </a:solidFill>
              </a:defRPr>
            </a:lvl3pPr>
            <a:lvl4pPr algn="l">
              <a:defRPr sz="1875" b="0">
                <a:solidFill>
                  <a:srgbClr val="59677A"/>
                </a:solidFill>
              </a:defRPr>
            </a:lvl4pPr>
            <a:lvl5pPr algn="l">
              <a:defRPr sz="1875" b="0">
                <a:solidFill>
                  <a:srgbClr val="59677A"/>
                </a:solidFill>
              </a:defRPr>
            </a:lvl5pPr>
            <a:lvl6pPr algn="l">
              <a:defRPr sz="1875" b="0">
                <a:solidFill>
                  <a:srgbClr val="59677A"/>
                </a:solidFill>
              </a:defRPr>
            </a:lvl6pPr>
            <a:lvl7pPr algn="l">
              <a:defRPr sz="1875" b="0">
                <a:solidFill>
                  <a:srgbClr val="59677A"/>
                </a:solidFill>
              </a:defRPr>
            </a:lvl7pPr>
            <a:lvl8pPr algn="l">
              <a:defRPr sz="1875" b="0">
                <a:solidFill>
                  <a:srgbClr val="59677A"/>
                </a:solidFill>
              </a:defRPr>
            </a:lvl8pPr>
            <a:lvl9pPr algn="l">
              <a:defRPr sz="1875" b="0">
                <a:solidFill>
                  <a:srgbClr val="59677A"/>
                </a:solidFill>
              </a:defRPr>
            </a:lvl9pPr>
          </a:lstStyle>
          <a:p xmlns:a="http://schemas.openxmlformats.org/drawingml/2006/main">
            <a:pPr algn="l">
              <a:defRPr sz="1875" b="0">
                <a:solidFill>
                  <a:srgbClr val="59677A"/>
                </a:solidFill>
              </a:defRPr>
            </a:pPr>
            <a:r>
              <a:rPr sz="1875" b="0">
                <a:solidFill>
                  <a:srgbClr val="59677A"/>
                </a:solidFill>
              </a:rPr>
              <a:t>One room photo becomes a prioritized home-safety plan for older adults, families, and caregivers.</a:t>
            </a:r>
          </a:p>
        </p:txBody>
      </p:sp>
      <p:sp>
        <p:nvSpPr>
          <p:cNvPr id="4" name="">
            <a:extLst xmlns:a="http://schemas.openxmlformats.org/drawingml/2006/main">
              <a:ext uri="{FF2B5EF4-FFF2-40B4-BE49-F238E27FC236}">
                <a16:creationId xmlns:a16="http://schemas.microsoft.com/office/drawing/2014/main" id="{F0F3D5C2-C129-4C91-9AC7-1358A380F05C}"/>
              </a:ext>
            </a:extLst>
          </p:cNvPr>
          <p:cNvSpPr>
            <a:spLocks xmlns:a="http://schemas.openxmlformats.org/drawingml/2006/main" noGrp="1"/>
          </p:cNvSpPr>
          <p:nvPr/>
        </p:nvSpPr>
        <p:spPr>
          <a:xfrm xmlns:a="http://schemas.openxmlformats.org/drawingml/2006/main">
            <a:off x="628650" y="3048000"/>
            <a:ext cx="4762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575" b="1">
                <a:solidFill>
                  <a:srgbClr val="1E5D78"/>
                </a:solidFill>
              </a:defRPr>
            </a:defPPr>
            <a:lvl1pPr algn="l">
              <a:defRPr sz="1575" b="1">
                <a:solidFill>
                  <a:srgbClr val="1E5D78"/>
                </a:solidFill>
              </a:defRPr>
            </a:lvl1pPr>
            <a:lvl2pPr algn="l">
              <a:defRPr sz="1575" b="1">
                <a:solidFill>
                  <a:srgbClr val="1E5D78"/>
                </a:solidFill>
              </a:defRPr>
            </a:lvl2pPr>
            <a:lvl3pPr algn="l">
              <a:defRPr sz="1575" b="1">
                <a:solidFill>
                  <a:srgbClr val="1E5D78"/>
                </a:solidFill>
              </a:defRPr>
            </a:lvl3pPr>
            <a:lvl4pPr algn="l">
              <a:defRPr sz="1575" b="1">
                <a:solidFill>
                  <a:srgbClr val="1E5D78"/>
                </a:solidFill>
              </a:defRPr>
            </a:lvl4pPr>
            <a:lvl5pPr algn="l">
              <a:defRPr sz="1575" b="1">
                <a:solidFill>
                  <a:srgbClr val="1E5D78"/>
                </a:solidFill>
              </a:defRPr>
            </a:lvl5pPr>
            <a:lvl6pPr algn="l">
              <a:defRPr sz="1575" b="1">
                <a:solidFill>
                  <a:srgbClr val="1E5D78"/>
                </a:solidFill>
              </a:defRPr>
            </a:lvl6pPr>
            <a:lvl7pPr algn="l">
              <a:defRPr sz="1575" b="1">
                <a:solidFill>
                  <a:srgbClr val="1E5D78"/>
                </a:solidFill>
              </a:defRPr>
            </a:lvl7pPr>
            <a:lvl8pPr algn="l">
              <a:defRPr sz="1575" b="1">
                <a:solidFill>
                  <a:srgbClr val="1E5D78"/>
                </a:solidFill>
              </a:defRPr>
            </a:lvl8pPr>
            <a:lvl9pPr algn="l">
              <a:defRPr sz="1575" b="1">
                <a:solidFill>
                  <a:srgbClr val="1E5D78"/>
                </a:solidFill>
              </a:defRPr>
            </a:lvl9pPr>
          </a:lstStyle>
          <a:p xmlns:a="http://schemas.openxmlformats.org/drawingml/2006/main">
            <a:pPr algn="l">
              <a:defRPr sz="1575" b="1">
                <a:solidFill>
                  <a:srgbClr val="1E5D78"/>
                </a:solidFill>
              </a:defRPr>
            </a:pPr>
            <a:r>
              <a:rPr sz="1575" b="1">
                <a:solidFill>
                  <a:srgbClr val="1E5D78"/>
                </a:solidFill>
              </a:rPr>
              <a:t>Created by Aagam Jain</a:t>
            </a:r>
          </a:p>
        </p:txBody>
      </p:sp>
      <p:sp>
        <p:nvSpPr>
          <p:cNvPr id="5" name="">
            <a:extLst xmlns:a="http://schemas.openxmlformats.org/drawingml/2006/main">
              <a:ext uri="{FF2B5EF4-FFF2-40B4-BE49-F238E27FC236}">
                <a16:creationId xmlns:a16="http://schemas.microsoft.com/office/drawing/2014/main" id="{627CD123-C8E8-4FB4-967D-A43DB7A6BB32}"/>
              </a:ext>
            </a:extLst>
          </p:cNvPr>
          <p:cNvSpPr>
            <a:spLocks xmlns:a="http://schemas.openxmlformats.org/drawingml/2006/main" noGrp="1"/>
          </p:cNvSpPr>
          <p:nvPr/>
        </p:nvSpPr>
        <p:spPr>
          <a:xfrm xmlns:a="http://schemas.openxmlformats.org/drawingml/2006/main">
            <a:off x="628650" y="3771900"/>
            <a:ext cx="4762500" cy="66675"/>
          </a:xfrm>
          <a:prstGeom xmlns:a="http://schemas.openxmlformats.org/drawingml/2006/main" prst="rect">
            <a:avLst/>
          </a:prstGeom>
          <a:solidFill xmlns:a="http://schemas.openxmlformats.org/drawingml/2006/main">
            <a:srgbClr val="1E5D78"/>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F10857B1-2B6D-42D5-A771-2CEB9E8FC9A7}"/>
              </a:ext>
            </a:extLst>
          </p:cNvPr>
          <p:cNvSpPr>
            <a:spLocks xmlns:a="http://schemas.openxmlformats.org/drawingml/2006/main" noGrp="1"/>
          </p:cNvSpPr>
          <p:nvPr/>
        </p:nvSpPr>
        <p:spPr>
          <a:xfrm xmlns:a="http://schemas.openxmlformats.org/drawingml/2006/main">
            <a:off x="8096250" y="1200150"/>
            <a:ext cx="2857500" cy="3714750"/>
          </a:xfrm>
          <a:prstGeom xmlns:a="http://schemas.openxmlformats.org/drawingml/2006/main" prst="roundRect">
            <a:avLst>
              <a:gd name="adj" fmla="val 2667"/>
            </a:avLst>
          </a:prstGeom>
          <a:solidFill xmlns:a="http://schemas.openxmlformats.org/drawingml/2006/main">
            <a:srgbClr val="E3EEF1"/>
          </a:solidFill>
          <a:ln xmlns:a="http://schemas.openxmlformats.org/drawingml/2006/main" w="9525">
            <a:solidFill>
              <a:srgbClr val="D8D3CA"/>
            </a:solidFill>
            <a:prstDash val="solid"/>
          </a:ln>
        </p:spPr>
      </p:sp>
      <p:sp>
        <p:nvSpPr>
          <p:cNvPr id="7" name="">
            <a:extLst xmlns:a="http://schemas.openxmlformats.org/drawingml/2006/main">
              <a:ext uri="{FF2B5EF4-FFF2-40B4-BE49-F238E27FC236}">
                <a16:creationId xmlns:a16="http://schemas.microsoft.com/office/drawing/2014/main" id="{33D50F9E-B28C-4499-A576-B2D0BDFE38C4}"/>
              </a:ext>
            </a:extLst>
          </p:cNvPr>
          <p:cNvSpPr>
            <a:spLocks xmlns:a="http://schemas.openxmlformats.org/drawingml/2006/main" noGrp="1"/>
          </p:cNvSpPr>
          <p:nvPr/>
        </p:nvSpPr>
        <p:spPr>
          <a:xfrm xmlns:a="http://schemas.openxmlformats.org/drawingml/2006/main">
            <a:off x="8096250" y="1809750"/>
            <a:ext cx="285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350" b="1">
                <a:solidFill>
                  <a:srgbClr val="1E5D78"/>
                </a:solidFill>
              </a:defRPr>
            </a:defPPr>
            <a:lvl1pPr algn="ctr">
              <a:defRPr sz="1350" b="1">
                <a:solidFill>
                  <a:srgbClr val="1E5D78"/>
                </a:solidFill>
              </a:defRPr>
            </a:lvl1pPr>
            <a:lvl2pPr algn="ctr">
              <a:defRPr sz="1350" b="1">
                <a:solidFill>
                  <a:srgbClr val="1E5D78"/>
                </a:solidFill>
              </a:defRPr>
            </a:lvl2pPr>
            <a:lvl3pPr algn="ctr">
              <a:defRPr sz="1350" b="1">
                <a:solidFill>
                  <a:srgbClr val="1E5D78"/>
                </a:solidFill>
              </a:defRPr>
            </a:lvl3pPr>
            <a:lvl4pPr algn="ctr">
              <a:defRPr sz="1350" b="1">
                <a:solidFill>
                  <a:srgbClr val="1E5D78"/>
                </a:solidFill>
              </a:defRPr>
            </a:lvl4pPr>
            <a:lvl5pPr algn="ctr">
              <a:defRPr sz="1350" b="1">
                <a:solidFill>
                  <a:srgbClr val="1E5D78"/>
                </a:solidFill>
              </a:defRPr>
            </a:lvl5pPr>
            <a:lvl6pPr algn="ctr">
              <a:defRPr sz="1350" b="1">
                <a:solidFill>
                  <a:srgbClr val="1E5D78"/>
                </a:solidFill>
              </a:defRPr>
            </a:lvl6pPr>
            <a:lvl7pPr algn="ctr">
              <a:defRPr sz="1350" b="1">
                <a:solidFill>
                  <a:srgbClr val="1E5D78"/>
                </a:solidFill>
              </a:defRPr>
            </a:lvl7pPr>
            <a:lvl8pPr algn="ctr">
              <a:defRPr sz="1350" b="1">
                <a:solidFill>
                  <a:srgbClr val="1E5D78"/>
                </a:solidFill>
              </a:defRPr>
            </a:lvl8pPr>
            <a:lvl9pPr algn="ctr">
              <a:defRPr sz="1350" b="1">
                <a:solidFill>
                  <a:srgbClr val="1E5D78"/>
                </a:solidFill>
              </a:defRPr>
            </a:lvl9pPr>
          </a:lstStyle>
          <a:p xmlns:a="http://schemas.openxmlformats.org/drawingml/2006/main">
            <a:pPr algn="ctr">
              <a:defRPr sz="1350" b="1">
                <a:solidFill>
                  <a:srgbClr val="1E5D78"/>
                </a:solidFill>
              </a:defRPr>
            </a:pPr>
            <a:r>
              <a:rPr sz="1350" b="1">
                <a:solidFill>
                  <a:srgbClr val="1E5D78"/>
                </a:solidFill>
              </a:rPr>
              <a:t>START HERE</a:t>
            </a:r>
          </a:p>
        </p:txBody>
      </p:sp>
      <p:sp>
        <p:nvSpPr>
          <p:cNvPr id="8" name="">
            <a:extLst xmlns:a="http://schemas.openxmlformats.org/drawingml/2006/main">
              <a:ext uri="{FF2B5EF4-FFF2-40B4-BE49-F238E27FC236}">
                <a16:creationId xmlns:a16="http://schemas.microsoft.com/office/drawing/2014/main" id="{C239AA5A-8E5B-486A-B281-229CAB0A94E8}"/>
              </a:ext>
            </a:extLst>
          </p:cNvPr>
          <p:cNvSpPr>
            <a:spLocks xmlns:a="http://schemas.openxmlformats.org/drawingml/2006/main" noGrp="1"/>
          </p:cNvSpPr>
          <p:nvPr/>
        </p:nvSpPr>
        <p:spPr>
          <a:xfrm xmlns:a="http://schemas.openxmlformats.org/drawingml/2006/main">
            <a:off x="8477250" y="2495550"/>
            <a:ext cx="2095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2025" b="1">
                <a:solidFill>
                  <a:srgbClr val="203247"/>
                </a:solidFill>
              </a:defRPr>
            </a:defPPr>
            <a:lvl1pPr algn="ctr">
              <a:defRPr sz="2025" b="1">
                <a:solidFill>
                  <a:srgbClr val="203247"/>
                </a:solidFill>
              </a:defRPr>
            </a:lvl1pPr>
            <a:lvl2pPr algn="ctr">
              <a:defRPr sz="2025" b="1">
                <a:solidFill>
                  <a:srgbClr val="203247"/>
                </a:solidFill>
              </a:defRPr>
            </a:lvl2pPr>
            <a:lvl3pPr algn="ctr">
              <a:defRPr sz="2025" b="1">
                <a:solidFill>
                  <a:srgbClr val="203247"/>
                </a:solidFill>
              </a:defRPr>
            </a:lvl3pPr>
            <a:lvl4pPr algn="ctr">
              <a:defRPr sz="2025" b="1">
                <a:solidFill>
                  <a:srgbClr val="203247"/>
                </a:solidFill>
              </a:defRPr>
            </a:lvl4pPr>
            <a:lvl5pPr algn="ctr">
              <a:defRPr sz="2025" b="1">
                <a:solidFill>
                  <a:srgbClr val="203247"/>
                </a:solidFill>
              </a:defRPr>
            </a:lvl5pPr>
            <a:lvl6pPr algn="ctr">
              <a:defRPr sz="2025" b="1">
                <a:solidFill>
                  <a:srgbClr val="203247"/>
                </a:solidFill>
              </a:defRPr>
            </a:lvl6pPr>
            <a:lvl7pPr algn="ctr">
              <a:defRPr sz="2025" b="1">
                <a:solidFill>
                  <a:srgbClr val="203247"/>
                </a:solidFill>
              </a:defRPr>
            </a:lvl7pPr>
            <a:lvl8pPr algn="ctr">
              <a:defRPr sz="2025" b="1">
                <a:solidFill>
                  <a:srgbClr val="203247"/>
                </a:solidFill>
              </a:defRPr>
            </a:lvl8pPr>
            <a:lvl9pPr algn="ctr">
              <a:defRPr sz="2025" b="1">
                <a:solidFill>
                  <a:srgbClr val="203247"/>
                </a:solidFill>
              </a:defRPr>
            </a:lvl9pPr>
          </a:lstStyle>
          <a:p xmlns:a="http://schemas.openxmlformats.org/drawingml/2006/main">
            <a:pPr algn="ctr">
              <a:defRPr sz="2025" b="1">
                <a:solidFill>
                  <a:srgbClr val="203247"/>
                </a:solidFill>
              </a:defRPr>
            </a:pPr>
            <a:r>
              <a:rPr sz="2025" b="1">
                <a:solidFill>
                  <a:srgbClr val="203247"/>
                </a:solidFill>
              </a:rPr>
              <a:t>Take or upload</a:t>
            </a:r>
          </a:p>
          <a:p xmlns:a="http://schemas.openxmlformats.org/drawingml/2006/main">
            <a:pPr algn="ctr">
              <a:defRPr sz="2025" b="1">
                <a:solidFill>
                  <a:srgbClr val="203247"/>
                </a:solidFill>
              </a:defRPr>
            </a:pPr>
            <a:r>
              <a:rPr sz="2025" b="1">
                <a:solidFill>
                  <a:srgbClr val="203247"/>
                </a:solidFill>
              </a:rPr>
              <a:t>a room photo</a:t>
            </a:r>
          </a:p>
        </p:txBody>
      </p:sp>
      <p:sp>
        <p:nvSpPr>
          <p:cNvPr id="9" name="">
            <a:extLst xmlns:a="http://schemas.openxmlformats.org/drawingml/2006/main">
              <a:ext uri="{FF2B5EF4-FFF2-40B4-BE49-F238E27FC236}">
                <a16:creationId xmlns:a16="http://schemas.microsoft.com/office/drawing/2014/main" id="{789D16D2-5911-4459-A072-46C0959B7349}"/>
              </a:ext>
            </a:extLst>
          </p:cNvPr>
          <p:cNvSpPr>
            <a:spLocks xmlns:a="http://schemas.openxmlformats.org/drawingml/2006/main" noGrp="1"/>
          </p:cNvSpPr>
          <p:nvPr/>
        </p:nvSpPr>
        <p:spPr>
          <a:xfrm xmlns:a="http://schemas.openxmlformats.org/drawingml/2006/main">
            <a:off x="8858250" y="3638550"/>
            <a:ext cx="1333500" cy="47625"/>
          </a:xfrm>
          <a:prstGeom xmlns:a="http://schemas.openxmlformats.org/drawingml/2006/main" prst="rect">
            <a:avLst/>
          </a:prstGeom>
          <a:solidFill xmlns:a="http://schemas.openxmlformats.org/drawingml/2006/main">
            <a:srgbClr val="2F7D68"/>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752BE6AC-876D-4103-8E7C-8DD6C84334AE}"/>
              </a:ext>
            </a:extLst>
          </p:cNvPr>
          <p:cNvSpPr>
            <a:spLocks xmlns:a="http://schemas.openxmlformats.org/drawingml/2006/main" noGrp="1"/>
          </p:cNvSpPr>
          <p:nvPr/>
        </p:nvSpPr>
        <p:spPr>
          <a:xfrm xmlns:a="http://schemas.openxmlformats.org/drawingml/2006/main">
            <a:off x="8477250" y="3924300"/>
            <a:ext cx="2095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425" b="0">
                <a:solidFill>
                  <a:srgbClr val="59677A"/>
                </a:solidFill>
              </a:defRPr>
            </a:defPPr>
            <a:lvl1pPr algn="ctr">
              <a:defRPr sz="1425" b="0">
                <a:solidFill>
                  <a:srgbClr val="59677A"/>
                </a:solidFill>
              </a:defRPr>
            </a:lvl1pPr>
            <a:lvl2pPr algn="ctr">
              <a:defRPr sz="1425" b="0">
                <a:solidFill>
                  <a:srgbClr val="59677A"/>
                </a:solidFill>
              </a:defRPr>
            </a:lvl2pPr>
            <a:lvl3pPr algn="ctr">
              <a:defRPr sz="1425" b="0">
                <a:solidFill>
                  <a:srgbClr val="59677A"/>
                </a:solidFill>
              </a:defRPr>
            </a:lvl3pPr>
            <a:lvl4pPr algn="ctr">
              <a:defRPr sz="1425" b="0">
                <a:solidFill>
                  <a:srgbClr val="59677A"/>
                </a:solidFill>
              </a:defRPr>
            </a:lvl4pPr>
            <a:lvl5pPr algn="ctr">
              <a:defRPr sz="1425" b="0">
                <a:solidFill>
                  <a:srgbClr val="59677A"/>
                </a:solidFill>
              </a:defRPr>
            </a:lvl5pPr>
            <a:lvl6pPr algn="ctr">
              <a:defRPr sz="1425" b="0">
                <a:solidFill>
                  <a:srgbClr val="59677A"/>
                </a:solidFill>
              </a:defRPr>
            </a:lvl6pPr>
            <a:lvl7pPr algn="ctr">
              <a:defRPr sz="1425" b="0">
                <a:solidFill>
                  <a:srgbClr val="59677A"/>
                </a:solidFill>
              </a:defRPr>
            </a:lvl7pPr>
            <a:lvl8pPr algn="ctr">
              <a:defRPr sz="1425" b="0">
                <a:solidFill>
                  <a:srgbClr val="59677A"/>
                </a:solidFill>
              </a:defRPr>
            </a:lvl8pPr>
            <a:lvl9pPr algn="ctr">
              <a:defRPr sz="1425" b="0">
                <a:solidFill>
                  <a:srgbClr val="59677A"/>
                </a:solidFill>
              </a:defRPr>
            </a:lvl9pPr>
          </a:lstStyle>
          <a:p xmlns:a="http://schemas.openxmlformats.org/drawingml/2006/main">
            <a:pPr algn="ctr">
              <a:defRPr sz="1425" b="0">
                <a:solidFill>
                  <a:srgbClr val="59677A"/>
                </a:solidFill>
              </a:defRPr>
            </a:pPr>
            <a:r>
              <a:rPr sz="1425" b="0">
                <a:solidFill>
                  <a:srgbClr val="59677A"/>
                </a:solidFill>
              </a:rPr>
              <a:t>The app explains what it notices</a:t>
            </a:r>
          </a:p>
        </p:txBody>
      </p:sp>
      <p:sp>
        <p:nvSpPr>
          <p:cNvPr id="11" name="">
            <a:extLst xmlns:a="http://schemas.openxmlformats.org/drawingml/2006/main">
              <a:ext uri="{FF2B5EF4-FFF2-40B4-BE49-F238E27FC236}">
                <a16:creationId xmlns:a16="http://schemas.microsoft.com/office/drawing/2014/main" id="{7B8A5737-0B19-4914-AC6A-E7276421BDBD}"/>
              </a:ext>
            </a:extLst>
          </p:cNvPr>
          <p:cNvSpPr>
            <a:spLocks xmlns:a="http://schemas.openxmlformats.org/drawingml/2006/main" noGrp="1"/>
          </p:cNvSpPr>
          <p:nvPr/>
        </p:nvSpPr>
        <p:spPr>
          <a:xfrm xmlns:a="http://schemas.openxmlformats.org/drawingml/2006/main">
            <a:off x="11334750" y="6429375"/>
            <a:ext cx="2667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r">
              <a:defRPr sz="750" b="0">
                <a:solidFill>
                  <a:srgbClr val="7D817F"/>
                </a:solidFill>
              </a:defRPr>
            </a:defPPr>
            <a:lvl1pPr algn="r">
              <a:defRPr sz="750" b="0">
                <a:solidFill>
                  <a:srgbClr val="7D817F"/>
                </a:solidFill>
              </a:defRPr>
            </a:lvl1pPr>
            <a:lvl2pPr algn="r">
              <a:defRPr sz="750" b="0">
                <a:solidFill>
                  <a:srgbClr val="7D817F"/>
                </a:solidFill>
              </a:defRPr>
            </a:lvl2pPr>
            <a:lvl3pPr algn="r">
              <a:defRPr sz="750" b="0">
                <a:solidFill>
                  <a:srgbClr val="7D817F"/>
                </a:solidFill>
              </a:defRPr>
            </a:lvl3pPr>
            <a:lvl4pPr algn="r">
              <a:defRPr sz="750" b="0">
                <a:solidFill>
                  <a:srgbClr val="7D817F"/>
                </a:solidFill>
              </a:defRPr>
            </a:lvl4pPr>
            <a:lvl5pPr algn="r">
              <a:defRPr sz="750" b="0">
                <a:solidFill>
                  <a:srgbClr val="7D817F"/>
                </a:solidFill>
              </a:defRPr>
            </a:lvl5pPr>
            <a:lvl6pPr algn="r">
              <a:defRPr sz="750" b="0">
                <a:solidFill>
                  <a:srgbClr val="7D817F"/>
                </a:solidFill>
              </a:defRPr>
            </a:lvl6pPr>
            <a:lvl7pPr algn="r">
              <a:defRPr sz="750" b="0">
                <a:solidFill>
                  <a:srgbClr val="7D817F"/>
                </a:solidFill>
              </a:defRPr>
            </a:lvl7pPr>
            <a:lvl8pPr algn="r">
              <a:defRPr sz="750" b="0">
                <a:solidFill>
                  <a:srgbClr val="7D817F"/>
                </a:solidFill>
              </a:defRPr>
            </a:lvl8pPr>
            <a:lvl9pPr algn="r">
              <a:defRPr sz="750" b="0">
                <a:solidFill>
                  <a:srgbClr val="7D817F"/>
                </a:solidFill>
              </a:defRPr>
            </a:lvl9pPr>
          </a:lstStyle>
          <a:p xmlns:a="http://schemas.openxmlformats.org/drawingml/2006/main">
            <a:pPr algn="r">
              <a:defRPr sz="750" b="0">
                <a:solidFill>
                  <a:srgbClr val="7D817F"/>
                </a:solidFill>
              </a:defRPr>
            </a:pPr>
            <a:r>
              <a:rPr sz="750" b="0">
                <a:solidFill>
                  <a:srgbClr val="7D817F"/>
                </a:solidFill>
              </a:rPr>
              <a:t>1</a:t>
            </a:r>
          </a:p>
        </p:txBody>
      </p:sp>
    </p:spTree>
    <p:extLst>
      <p:ext uri="{BB962C8B-B14F-4D97-AF65-F5344CB8AC3E}">
        <p14:creationId xmlns:p14="http://schemas.microsoft.com/office/powerpoint/2010/main" val="1614878323"/>
      </p:ext>
    </p:extLst>
  </p:cSld>
</p:sld>
</file>

<file path=ppt/slides/slide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39" name="">
            <a:extLst xmlns:a="http://schemas.openxmlformats.org/drawingml/2006/main">
              <a:ext uri="{FF2B5EF4-FFF2-40B4-BE49-F238E27FC236}">
                <a16:creationId xmlns:a16="http://schemas.microsoft.com/office/drawing/2014/main" id="{E04F3AFA-771C-4D05-9AEC-8CB7D469A923}"/>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1E5D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AEA9BAA-7FDD-46BB-84ED-CBC20955B652}"/>
              </a:ext>
            </a:extLst>
          </p:cNvPr>
          <p:cNvSpPr>
            <a:spLocks xmlns:a="http://schemas.openxmlformats.org/drawingml/2006/main" noGrp="1"/>
          </p:cNvSpPr>
          <p:nvPr/>
        </p:nvSpPr>
        <p:spPr>
          <a:xfrm xmlns:a="http://schemas.openxmlformats.org/drawingml/2006/main">
            <a:off x="628650" y="438150"/>
            <a:ext cx="109347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2700" b="1">
                <a:solidFill>
                  <a:srgbClr val="203247"/>
                </a:solidFill>
              </a:defRPr>
            </a:defPPr>
            <a:lvl1pPr algn="l">
              <a:defRPr sz="2700" b="1">
                <a:solidFill>
                  <a:srgbClr val="203247"/>
                </a:solidFill>
              </a:defRPr>
            </a:lvl1pPr>
            <a:lvl2pPr algn="l">
              <a:defRPr sz="2700" b="1">
                <a:solidFill>
                  <a:srgbClr val="203247"/>
                </a:solidFill>
              </a:defRPr>
            </a:lvl2pPr>
            <a:lvl3pPr algn="l">
              <a:defRPr sz="2700" b="1">
                <a:solidFill>
                  <a:srgbClr val="203247"/>
                </a:solidFill>
              </a:defRPr>
            </a:lvl3pPr>
            <a:lvl4pPr algn="l">
              <a:defRPr sz="2700" b="1">
                <a:solidFill>
                  <a:srgbClr val="203247"/>
                </a:solidFill>
              </a:defRPr>
            </a:lvl4pPr>
            <a:lvl5pPr algn="l">
              <a:defRPr sz="2700" b="1">
                <a:solidFill>
                  <a:srgbClr val="203247"/>
                </a:solidFill>
              </a:defRPr>
            </a:lvl5pPr>
            <a:lvl6pPr algn="l">
              <a:defRPr sz="2700" b="1">
                <a:solidFill>
                  <a:srgbClr val="203247"/>
                </a:solidFill>
              </a:defRPr>
            </a:lvl6pPr>
            <a:lvl7pPr algn="l">
              <a:defRPr sz="2700" b="1">
                <a:solidFill>
                  <a:srgbClr val="203247"/>
                </a:solidFill>
              </a:defRPr>
            </a:lvl7pPr>
            <a:lvl8pPr algn="l">
              <a:defRPr sz="2700" b="1">
                <a:solidFill>
                  <a:srgbClr val="203247"/>
                </a:solidFill>
              </a:defRPr>
            </a:lvl8pPr>
            <a:lvl9pPr algn="l">
              <a:defRPr sz="2700" b="1">
                <a:solidFill>
                  <a:srgbClr val="203247"/>
                </a:solidFill>
              </a:defRPr>
            </a:lvl9pPr>
          </a:lstStyle>
          <a:p xmlns:a="http://schemas.openxmlformats.org/drawingml/2006/main">
            <a:pPr algn="l">
              <a:defRPr sz="2700" b="1">
                <a:solidFill>
                  <a:srgbClr val="203247"/>
                </a:solidFill>
              </a:defRPr>
            </a:pPr>
            <a:r>
              <a:rPr sz="2700" b="1">
                <a:solidFill>
                  <a:srgbClr val="203247"/>
                </a:solidFill>
              </a:rPr>
              <a:t>A faster alternative to a long checklist</a:t>
            </a:r>
          </a:p>
        </p:txBody>
      </p:sp>
      <p:sp>
        <p:nvSpPr>
          <p:cNvPr id="3" name="">
            <a:extLst xmlns:a="http://schemas.openxmlformats.org/drawingml/2006/main">
              <a:ext uri="{FF2B5EF4-FFF2-40B4-BE49-F238E27FC236}">
                <a16:creationId xmlns:a16="http://schemas.microsoft.com/office/drawing/2014/main" id="{777BCBA9-7F56-4E07-BF4B-D4A9117219A9}"/>
              </a:ext>
            </a:extLst>
          </p:cNvPr>
          <p:cNvSpPr>
            <a:spLocks xmlns:a="http://schemas.openxmlformats.org/drawingml/2006/main" noGrp="1"/>
          </p:cNvSpPr>
          <p:nvPr/>
        </p:nvSpPr>
        <p:spPr>
          <a:xfrm xmlns:a="http://schemas.openxmlformats.org/drawingml/2006/main">
            <a:off x="628650" y="971550"/>
            <a:ext cx="109347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425" b="0">
                <a:solidFill>
                  <a:srgbClr val="59677A"/>
                </a:solidFill>
              </a:defRPr>
            </a:defPPr>
            <a:lvl1pPr algn="l">
              <a:defRPr sz="1425" b="0">
                <a:solidFill>
                  <a:srgbClr val="59677A"/>
                </a:solidFill>
              </a:defRPr>
            </a:lvl1pPr>
            <a:lvl2pPr algn="l">
              <a:defRPr sz="1425" b="0">
                <a:solidFill>
                  <a:srgbClr val="59677A"/>
                </a:solidFill>
              </a:defRPr>
            </a:lvl2pPr>
            <a:lvl3pPr algn="l">
              <a:defRPr sz="1425" b="0">
                <a:solidFill>
                  <a:srgbClr val="59677A"/>
                </a:solidFill>
              </a:defRPr>
            </a:lvl3pPr>
            <a:lvl4pPr algn="l">
              <a:defRPr sz="1425" b="0">
                <a:solidFill>
                  <a:srgbClr val="59677A"/>
                </a:solidFill>
              </a:defRPr>
            </a:lvl4pPr>
            <a:lvl5pPr algn="l">
              <a:defRPr sz="1425" b="0">
                <a:solidFill>
                  <a:srgbClr val="59677A"/>
                </a:solidFill>
              </a:defRPr>
            </a:lvl5pPr>
            <a:lvl6pPr algn="l">
              <a:defRPr sz="1425" b="0">
                <a:solidFill>
                  <a:srgbClr val="59677A"/>
                </a:solidFill>
              </a:defRPr>
            </a:lvl6pPr>
            <a:lvl7pPr algn="l">
              <a:defRPr sz="1425" b="0">
                <a:solidFill>
                  <a:srgbClr val="59677A"/>
                </a:solidFill>
              </a:defRPr>
            </a:lvl7pPr>
            <a:lvl8pPr algn="l">
              <a:defRPr sz="1425" b="0">
                <a:solidFill>
                  <a:srgbClr val="59677A"/>
                </a:solidFill>
              </a:defRPr>
            </a:lvl8pPr>
            <a:lvl9pPr algn="l">
              <a:defRPr sz="1425" b="0">
                <a:solidFill>
                  <a:srgbClr val="59677A"/>
                </a:solidFill>
              </a:defRPr>
            </a:lvl9pPr>
          </a:lstStyle>
          <a:p xmlns:a="http://schemas.openxmlformats.org/drawingml/2006/main">
            <a:pPr algn="l">
              <a:defRPr sz="1425" b="0">
                <a:solidFill>
                  <a:srgbClr val="59677A"/>
                </a:solidFill>
              </a:defRPr>
            </a:pPr>
            <a:r>
              <a:rPr sz="1425" b="0">
                <a:solidFill>
                  <a:srgbClr val="59677A"/>
                </a:solidFill>
              </a:rPr>
              <a:t>The app starts with visible evidence and asks only what the photo cannot answer.</a:t>
            </a:r>
          </a:p>
        </p:txBody>
      </p:sp>
      <p:sp>
        <p:nvSpPr>
          <p:cNvPr id="4" name="">
            <a:extLst xmlns:a="http://schemas.openxmlformats.org/drawingml/2006/main">
              <a:ext uri="{FF2B5EF4-FFF2-40B4-BE49-F238E27FC236}">
                <a16:creationId xmlns:a16="http://schemas.microsoft.com/office/drawing/2014/main" id="{AAC3C223-0DD9-49F3-BA72-FE7819CA392B}"/>
              </a:ext>
            </a:extLst>
          </p:cNvPr>
          <p:cNvSpPr>
            <a:spLocks xmlns:a="http://schemas.openxmlformats.org/drawingml/2006/main" noGrp="1"/>
          </p:cNvSpPr>
          <p:nvPr/>
        </p:nvSpPr>
        <p:spPr>
          <a:xfrm xmlns:a="http://schemas.openxmlformats.org/drawingml/2006/main">
            <a:off x="10858500" y="6429375"/>
            <a:ext cx="666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r">
              <a:defRPr sz="750" b="0">
                <a:solidFill>
                  <a:srgbClr val="7D817F"/>
                </a:solidFill>
              </a:defRPr>
            </a:defPPr>
            <a:lvl1pPr algn="r">
              <a:defRPr sz="750" b="0">
                <a:solidFill>
                  <a:srgbClr val="7D817F"/>
                </a:solidFill>
              </a:defRPr>
            </a:lvl1pPr>
            <a:lvl2pPr algn="r">
              <a:defRPr sz="750" b="0">
                <a:solidFill>
                  <a:srgbClr val="7D817F"/>
                </a:solidFill>
              </a:defRPr>
            </a:lvl2pPr>
            <a:lvl3pPr algn="r">
              <a:defRPr sz="750" b="0">
                <a:solidFill>
                  <a:srgbClr val="7D817F"/>
                </a:solidFill>
              </a:defRPr>
            </a:lvl3pPr>
            <a:lvl4pPr algn="r">
              <a:defRPr sz="750" b="0">
                <a:solidFill>
                  <a:srgbClr val="7D817F"/>
                </a:solidFill>
              </a:defRPr>
            </a:lvl4pPr>
            <a:lvl5pPr algn="r">
              <a:defRPr sz="750" b="0">
                <a:solidFill>
                  <a:srgbClr val="7D817F"/>
                </a:solidFill>
              </a:defRPr>
            </a:lvl5pPr>
            <a:lvl6pPr algn="r">
              <a:defRPr sz="750" b="0">
                <a:solidFill>
                  <a:srgbClr val="7D817F"/>
                </a:solidFill>
              </a:defRPr>
            </a:lvl6pPr>
            <a:lvl7pPr algn="r">
              <a:defRPr sz="750" b="0">
                <a:solidFill>
                  <a:srgbClr val="7D817F"/>
                </a:solidFill>
              </a:defRPr>
            </a:lvl7pPr>
            <a:lvl8pPr algn="r">
              <a:defRPr sz="750" b="0">
                <a:solidFill>
                  <a:srgbClr val="7D817F"/>
                </a:solidFill>
              </a:defRPr>
            </a:lvl8pPr>
            <a:lvl9pPr algn="r">
              <a:defRPr sz="750" b="0">
                <a:solidFill>
                  <a:srgbClr val="7D817F"/>
                </a:solidFill>
              </a:defRPr>
            </a:lvl9pPr>
          </a:lstStyle>
          <a:p xmlns:a="http://schemas.openxmlformats.org/drawingml/2006/main">
            <a:pPr algn="r">
              <a:defRPr sz="750" b="0">
                <a:solidFill>
                  <a:srgbClr val="7D817F"/>
                </a:solidFill>
              </a:defRPr>
            </a:pPr>
            <a:r>
              <a:rPr sz="750" b="0">
                <a:solidFill>
                  <a:srgbClr val="7D817F"/>
                </a:solidFill>
              </a:rPr>
              <a:t>2</a:t>
            </a:r>
          </a:p>
        </p:txBody>
      </p:sp>
      <p:sp>
        <p:nvSpPr>
          <p:cNvPr id="5" name="">
            <a:extLst xmlns:a="http://schemas.openxmlformats.org/drawingml/2006/main">
              <a:ext uri="{FF2B5EF4-FFF2-40B4-BE49-F238E27FC236}">
                <a16:creationId xmlns:a16="http://schemas.microsoft.com/office/drawing/2014/main" id="{9D55BDD3-0C8F-4BC1-A18C-FDD2086149FD}"/>
              </a:ext>
            </a:extLst>
          </p:cNvPr>
          <p:cNvSpPr>
            <a:spLocks xmlns:a="http://schemas.openxmlformats.org/drawingml/2006/main" noGrp="1"/>
          </p:cNvSpPr>
          <p:nvPr/>
        </p:nvSpPr>
        <p:spPr>
          <a:xfrm xmlns:a="http://schemas.openxmlformats.org/drawingml/2006/main">
            <a:off x="6096000" y="1952625"/>
            <a:ext cx="19050" cy="3429000"/>
          </a:xfrm>
          <a:prstGeom xmlns:a="http://schemas.openxmlformats.org/drawingml/2006/main" prst="rect">
            <a:avLst/>
          </a:prstGeom>
          <a:solidFill xmlns:a="http://schemas.openxmlformats.org/drawingml/2006/main">
            <a:srgbClr val="D8D3CA"/>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C6A92616-72AC-4638-B2CB-D5ECED9C00C6}"/>
              </a:ext>
            </a:extLst>
          </p:cNvPr>
          <p:cNvSpPr>
            <a:spLocks xmlns:a="http://schemas.openxmlformats.org/drawingml/2006/main" noGrp="1"/>
          </p:cNvSpPr>
          <p:nvPr/>
        </p:nvSpPr>
        <p:spPr>
          <a:xfrm xmlns:a="http://schemas.openxmlformats.org/drawingml/2006/main">
            <a:off x="857250" y="1962150"/>
            <a:ext cx="1143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200" b="1">
                <a:solidFill>
                  <a:srgbClr val="1E5D78"/>
                </a:solidFill>
              </a:defRPr>
            </a:defPPr>
            <a:lvl1pPr algn="l">
              <a:defRPr sz="1200" b="1">
                <a:solidFill>
                  <a:srgbClr val="1E5D78"/>
                </a:solidFill>
              </a:defRPr>
            </a:lvl1pPr>
            <a:lvl2pPr algn="l">
              <a:defRPr sz="1200" b="1">
                <a:solidFill>
                  <a:srgbClr val="1E5D78"/>
                </a:solidFill>
              </a:defRPr>
            </a:lvl2pPr>
            <a:lvl3pPr algn="l">
              <a:defRPr sz="1200" b="1">
                <a:solidFill>
                  <a:srgbClr val="1E5D78"/>
                </a:solidFill>
              </a:defRPr>
            </a:lvl3pPr>
            <a:lvl4pPr algn="l">
              <a:defRPr sz="1200" b="1">
                <a:solidFill>
                  <a:srgbClr val="1E5D78"/>
                </a:solidFill>
              </a:defRPr>
            </a:lvl4pPr>
            <a:lvl5pPr algn="l">
              <a:defRPr sz="1200" b="1">
                <a:solidFill>
                  <a:srgbClr val="1E5D78"/>
                </a:solidFill>
              </a:defRPr>
            </a:lvl5pPr>
            <a:lvl6pPr algn="l">
              <a:defRPr sz="1200" b="1">
                <a:solidFill>
                  <a:srgbClr val="1E5D78"/>
                </a:solidFill>
              </a:defRPr>
            </a:lvl6pPr>
            <a:lvl7pPr algn="l">
              <a:defRPr sz="1200" b="1">
                <a:solidFill>
                  <a:srgbClr val="1E5D78"/>
                </a:solidFill>
              </a:defRPr>
            </a:lvl7pPr>
            <a:lvl8pPr algn="l">
              <a:defRPr sz="1200" b="1">
                <a:solidFill>
                  <a:srgbClr val="1E5D78"/>
                </a:solidFill>
              </a:defRPr>
            </a:lvl8pPr>
            <a:lvl9pPr algn="l">
              <a:defRPr sz="1200" b="1">
                <a:solidFill>
                  <a:srgbClr val="1E5D78"/>
                </a:solidFill>
              </a:defRPr>
            </a:lvl9pPr>
          </a:lstStyle>
          <a:p xmlns:a="http://schemas.openxmlformats.org/drawingml/2006/main">
            <a:pPr algn="l">
              <a:defRPr sz="1200" b="1">
                <a:solidFill>
                  <a:srgbClr val="1E5D78"/>
                </a:solidFill>
              </a:defRPr>
            </a:pPr>
            <a:r>
              <a:rPr sz="1200" b="1">
                <a:solidFill>
                  <a:srgbClr val="1E5D78"/>
                </a:solidFill>
              </a:rPr>
              <a:t>FASTEST</a:t>
            </a:r>
          </a:p>
        </p:txBody>
      </p:sp>
      <p:sp>
        <p:nvSpPr>
          <p:cNvPr id="7" name="">
            <a:extLst xmlns:a="http://schemas.openxmlformats.org/drawingml/2006/main">
              <a:ext uri="{FF2B5EF4-FFF2-40B4-BE49-F238E27FC236}">
                <a16:creationId xmlns:a16="http://schemas.microsoft.com/office/drawing/2014/main" id="{7C297AE3-ECA6-4B93-B33B-3A1D6B699A40}"/>
              </a:ext>
            </a:extLst>
          </p:cNvPr>
          <p:cNvSpPr>
            <a:spLocks xmlns:a="http://schemas.openxmlformats.org/drawingml/2006/main" noGrp="1"/>
          </p:cNvSpPr>
          <p:nvPr/>
        </p:nvSpPr>
        <p:spPr>
          <a:xfrm xmlns:a="http://schemas.openxmlformats.org/drawingml/2006/main">
            <a:off x="857250" y="2381250"/>
            <a:ext cx="45243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2175" b="1">
                <a:solidFill>
                  <a:srgbClr val="203247"/>
                </a:solidFill>
              </a:defRPr>
            </a:defPPr>
            <a:lvl1pPr algn="l">
              <a:defRPr sz="2175" b="1">
                <a:solidFill>
                  <a:srgbClr val="203247"/>
                </a:solidFill>
              </a:defRPr>
            </a:lvl1pPr>
            <a:lvl2pPr algn="l">
              <a:defRPr sz="2175" b="1">
                <a:solidFill>
                  <a:srgbClr val="203247"/>
                </a:solidFill>
              </a:defRPr>
            </a:lvl2pPr>
            <a:lvl3pPr algn="l">
              <a:defRPr sz="2175" b="1">
                <a:solidFill>
                  <a:srgbClr val="203247"/>
                </a:solidFill>
              </a:defRPr>
            </a:lvl3pPr>
            <a:lvl4pPr algn="l">
              <a:defRPr sz="2175" b="1">
                <a:solidFill>
                  <a:srgbClr val="203247"/>
                </a:solidFill>
              </a:defRPr>
            </a:lvl4pPr>
            <a:lvl5pPr algn="l">
              <a:defRPr sz="2175" b="1">
                <a:solidFill>
                  <a:srgbClr val="203247"/>
                </a:solidFill>
              </a:defRPr>
            </a:lvl5pPr>
            <a:lvl6pPr algn="l">
              <a:defRPr sz="2175" b="1">
                <a:solidFill>
                  <a:srgbClr val="203247"/>
                </a:solidFill>
              </a:defRPr>
            </a:lvl6pPr>
            <a:lvl7pPr algn="l">
              <a:defRPr sz="2175" b="1">
                <a:solidFill>
                  <a:srgbClr val="203247"/>
                </a:solidFill>
              </a:defRPr>
            </a:lvl7pPr>
            <a:lvl8pPr algn="l">
              <a:defRPr sz="2175" b="1">
                <a:solidFill>
                  <a:srgbClr val="203247"/>
                </a:solidFill>
              </a:defRPr>
            </a:lvl8pPr>
            <a:lvl9pPr algn="l">
              <a:defRPr sz="2175" b="1">
                <a:solidFill>
                  <a:srgbClr val="203247"/>
                </a:solidFill>
              </a:defRPr>
            </a:lvl9pPr>
          </a:lstStyle>
          <a:p xmlns:a="http://schemas.openxmlformats.org/drawingml/2006/main">
            <a:pPr algn="l">
              <a:defRPr sz="2175" b="1">
                <a:solidFill>
                  <a:srgbClr val="203247"/>
                </a:solidFill>
              </a:defRPr>
            </a:pPr>
            <a:r>
              <a:rPr sz="2175" b="1">
                <a:solidFill>
                  <a:srgbClr val="203247"/>
                </a:solidFill>
              </a:rPr>
              <a:t>Quick Safety Check</a:t>
            </a:r>
          </a:p>
        </p:txBody>
      </p:sp>
      <p:sp>
        <p:nvSpPr>
          <p:cNvPr id="8" name="">
            <a:extLst xmlns:a="http://schemas.openxmlformats.org/drawingml/2006/main">
              <a:ext uri="{FF2B5EF4-FFF2-40B4-BE49-F238E27FC236}">
                <a16:creationId xmlns:a16="http://schemas.microsoft.com/office/drawing/2014/main" id="{8887CAB3-C2E2-41C8-8453-5C2790354DC0}"/>
              </a:ext>
            </a:extLst>
          </p:cNvPr>
          <p:cNvSpPr>
            <a:spLocks xmlns:a="http://schemas.openxmlformats.org/drawingml/2006/main" noGrp="1"/>
          </p:cNvSpPr>
          <p:nvPr/>
        </p:nvSpPr>
        <p:spPr>
          <a:xfrm xmlns:a="http://schemas.openxmlformats.org/drawingml/2006/main">
            <a:off x="857250" y="3028950"/>
            <a:ext cx="4095750" cy="514350"/>
          </a:xfrm>
          <a:prstGeom xmlns:a="http://schemas.openxmlformats.org/drawingml/2006/main" prst="roundRect">
            <a:avLst>
              <a:gd name="adj" fmla="val 14815"/>
            </a:avLst>
          </a:prstGeom>
          <a:solidFill xmlns:a="http://schemas.openxmlformats.org/drawingml/2006/main">
            <a:srgbClr val="FFFDFC"/>
          </a:solidFill>
          <a:ln xmlns:a="http://schemas.openxmlformats.org/drawingml/2006/main" w="9525">
            <a:solidFill>
              <a:srgbClr val="D8D3CA"/>
            </a:solidFill>
            <a:prstDash val="solid"/>
          </a:ln>
        </p:spPr>
      </p:sp>
      <p:sp>
        <p:nvSpPr>
          <p:cNvPr id="9" name="">
            <a:extLst xmlns:a="http://schemas.openxmlformats.org/drawingml/2006/main">
              <a:ext uri="{FF2B5EF4-FFF2-40B4-BE49-F238E27FC236}">
                <a16:creationId xmlns:a16="http://schemas.microsoft.com/office/drawing/2014/main" id="{24F8C2B7-8785-422D-A7D3-5C0D388EA24A}"/>
              </a:ext>
            </a:extLst>
          </p:cNvPr>
          <p:cNvSpPr>
            <a:spLocks xmlns:a="http://schemas.openxmlformats.org/drawingml/2006/main" noGrp="1"/>
          </p:cNvSpPr>
          <p:nvPr/>
        </p:nvSpPr>
        <p:spPr>
          <a:xfrm xmlns:a="http://schemas.openxmlformats.org/drawingml/2006/main">
            <a:off x="990600" y="3095625"/>
            <a:ext cx="361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350" b="1">
                <a:solidFill>
                  <a:srgbClr val="1E5D78"/>
                </a:solidFill>
              </a:defRPr>
            </a:defPPr>
            <a:lvl1pPr algn="ctr">
              <a:defRPr sz="1350" b="1">
                <a:solidFill>
                  <a:srgbClr val="1E5D78"/>
                </a:solidFill>
              </a:defRPr>
            </a:lvl1pPr>
            <a:lvl2pPr algn="ctr">
              <a:defRPr sz="1350" b="1">
                <a:solidFill>
                  <a:srgbClr val="1E5D78"/>
                </a:solidFill>
              </a:defRPr>
            </a:lvl2pPr>
            <a:lvl3pPr algn="ctr">
              <a:defRPr sz="1350" b="1">
                <a:solidFill>
                  <a:srgbClr val="1E5D78"/>
                </a:solidFill>
              </a:defRPr>
            </a:lvl3pPr>
            <a:lvl4pPr algn="ctr">
              <a:defRPr sz="1350" b="1">
                <a:solidFill>
                  <a:srgbClr val="1E5D78"/>
                </a:solidFill>
              </a:defRPr>
            </a:lvl4pPr>
            <a:lvl5pPr algn="ctr">
              <a:defRPr sz="1350" b="1">
                <a:solidFill>
                  <a:srgbClr val="1E5D78"/>
                </a:solidFill>
              </a:defRPr>
            </a:lvl5pPr>
            <a:lvl6pPr algn="ctr">
              <a:defRPr sz="1350" b="1">
                <a:solidFill>
                  <a:srgbClr val="1E5D78"/>
                </a:solidFill>
              </a:defRPr>
            </a:lvl6pPr>
            <a:lvl7pPr algn="ctr">
              <a:defRPr sz="1350" b="1">
                <a:solidFill>
                  <a:srgbClr val="1E5D78"/>
                </a:solidFill>
              </a:defRPr>
            </a:lvl7pPr>
            <a:lvl8pPr algn="ctr">
              <a:defRPr sz="1350" b="1">
                <a:solidFill>
                  <a:srgbClr val="1E5D78"/>
                </a:solidFill>
              </a:defRPr>
            </a:lvl8pPr>
            <a:lvl9pPr algn="ctr">
              <a:defRPr sz="1350" b="1">
                <a:solidFill>
                  <a:srgbClr val="1E5D78"/>
                </a:solidFill>
              </a:defRPr>
            </a:lvl9pPr>
          </a:lstStyle>
          <a:p xmlns:a="http://schemas.openxmlformats.org/drawingml/2006/main">
            <a:pPr algn="ctr">
              <a:defRPr sz="1350" b="1">
                <a:solidFill>
                  <a:srgbClr val="1E5D78"/>
                </a:solidFill>
              </a:defRPr>
            </a:pPr>
            <a:r>
              <a:rPr sz="1350" b="1">
                <a:solidFill>
                  <a:srgbClr val="1E5D78"/>
                </a:solidFill>
              </a:rPr>
              <a:t>1</a:t>
            </a:r>
          </a:p>
        </p:txBody>
      </p:sp>
      <p:sp>
        <p:nvSpPr>
          <p:cNvPr id="10" name="">
            <a:extLst xmlns:a="http://schemas.openxmlformats.org/drawingml/2006/main">
              <a:ext uri="{FF2B5EF4-FFF2-40B4-BE49-F238E27FC236}">
                <a16:creationId xmlns:a16="http://schemas.microsoft.com/office/drawing/2014/main" id="{A8375FE4-74D4-433F-8037-6A96047046D1}"/>
              </a:ext>
            </a:extLst>
          </p:cNvPr>
          <p:cNvSpPr>
            <a:spLocks xmlns:a="http://schemas.openxmlformats.org/drawingml/2006/main" noGrp="1"/>
          </p:cNvSpPr>
          <p:nvPr/>
        </p:nvSpPr>
        <p:spPr>
          <a:xfrm xmlns:a="http://schemas.openxmlformats.org/drawingml/2006/main">
            <a:off x="1428750" y="3095625"/>
            <a:ext cx="3333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425" b="1">
                <a:solidFill>
                  <a:srgbClr val="2C3E50"/>
                </a:solidFill>
              </a:defRPr>
            </a:defPPr>
            <a:lvl1pPr algn="l">
              <a:defRPr sz="1425" b="1">
                <a:solidFill>
                  <a:srgbClr val="2C3E50"/>
                </a:solidFill>
              </a:defRPr>
            </a:lvl1pPr>
            <a:lvl2pPr algn="l">
              <a:defRPr sz="1425" b="1">
                <a:solidFill>
                  <a:srgbClr val="2C3E50"/>
                </a:solidFill>
              </a:defRPr>
            </a:lvl2pPr>
            <a:lvl3pPr algn="l">
              <a:defRPr sz="1425" b="1">
                <a:solidFill>
                  <a:srgbClr val="2C3E50"/>
                </a:solidFill>
              </a:defRPr>
            </a:lvl3pPr>
            <a:lvl4pPr algn="l">
              <a:defRPr sz="1425" b="1">
                <a:solidFill>
                  <a:srgbClr val="2C3E50"/>
                </a:solidFill>
              </a:defRPr>
            </a:lvl4pPr>
            <a:lvl5pPr algn="l">
              <a:defRPr sz="1425" b="1">
                <a:solidFill>
                  <a:srgbClr val="2C3E50"/>
                </a:solidFill>
              </a:defRPr>
            </a:lvl5pPr>
            <a:lvl6pPr algn="l">
              <a:defRPr sz="1425" b="1">
                <a:solidFill>
                  <a:srgbClr val="2C3E50"/>
                </a:solidFill>
              </a:defRPr>
            </a:lvl6pPr>
            <a:lvl7pPr algn="l">
              <a:defRPr sz="1425" b="1">
                <a:solidFill>
                  <a:srgbClr val="2C3E50"/>
                </a:solidFill>
              </a:defRPr>
            </a:lvl7pPr>
            <a:lvl8pPr algn="l">
              <a:defRPr sz="1425" b="1">
                <a:solidFill>
                  <a:srgbClr val="2C3E50"/>
                </a:solidFill>
              </a:defRPr>
            </a:lvl8pPr>
            <a:lvl9pPr algn="l">
              <a:defRPr sz="1425" b="1">
                <a:solidFill>
                  <a:srgbClr val="2C3E50"/>
                </a:solidFill>
              </a:defRPr>
            </a:lvl9pPr>
          </a:lstStyle>
          <a:p xmlns:a="http://schemas.openxmlformats.org/drawingml/2006/main">
            <a:pPr algn="l">
              <a:defRPr sz="1425" b="1">
                <a:solidFill>
                  <a:srgbClr val="2C3E50"/>
                </a:solidFill>
              </a:defRPr>
            </a:pPr>
            <a:r>
              <a:rPr sz="1425" b="1">
                <a:solidFill>
                  <a:srgbClr val="2C3E50"/>
                </a:solidFill>
              </a:rPr>
              <a:t>Choose room type</a:t>
            </a:r>
          </a:p>
        </p:txBody>
      </p:sp>
      <p:sp>
        <p:nvSpPr>
          <p:cNvPr id="11" name="">
            <a:extLst xmlns:a="http://schemas.openxmlformats.org/drawingml/2006/main">
              <a:ext uri="{FF2B5EF4-FFF2-40B4-BE49-F238E27FC236}">
                <a16:creationId xmlns:a16="http://schemas.microsoft.com/office/drawing/2014/main" id="{9A99724F-3D19-41D5-91BF-DC2A057ECC69}"/>
              </a:ext>
            </a:extLst>
          </p:cNvPr>
          <p:cNvSpPr>
            <a:spLocks xmlns:a="http://schemas.openxmlformats.org/drawingml/2006/main" noGrp="1"/>
          </p:cNvSpPr>
          <p:nvPr/>
        </p:nvSpPr>
        <p:spPr>
          <a:xfrm xmlns:a="http://schemas.openxmlformats.org/drawingml/2006/main">
            <a:off x="2895600" y="3543300"/>
            <a:ext cx="19050" cy="123825"/>
          </a:xfrm>
          <a:prstGeom xmlns:a="http://schemas.openxmlformats.org/drawingml/2006/main" prst="rect">
            <a:avLst/>
          </a:prstGeom>
          <a:solidFill xmlns:a="http://schemas.openxmlformats.org/drawingml/2006/main">
            <a:srgbClr val="1E5D78"/>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852FC546-14DB-4355-9082-E8C4536CAB1C}"/>
              </a:ext>
            </a:extLst>
          </p:cNvPr>
          <p:cNvSpPr>
            <a:spLocks xmlns:a="http://schemas.openxmlformats.org/drawingml/2006/main" noGrp="1"/>
          </p:cNvSpPr>
          <p:nvPr/>
        </p:nvSpPr>
        <p:spPr>
          <a:xfrm xmlns:a="http://schemas.openxmlformats.org/drawingml/2006/main">
            <a:off x="2800350" y="3609975"/>
            <a:ext cx="2095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750" b="1">
                <a:solidFill>
                  <a:srgbClr val="1E5D78"/>
                </a:solidFill>
              </a:defRPr>
            </a:defPPr>
            <a:lvl1pPr algn="ctr">
              <a:defRPr sz="750" b="1">
                <a:solidFill>
                  <a:srgbClr val="1E5D78"/>
                </a:solidFill>
              </a:defRPr>
            </a:lvl1pPr>
            <a:lvl2pPr algn="ctr">
              <a:defRPr sz="750" b="1">
                <a:solidFill>
                  <a:srgbClr val="1E5D78"/>
                </a:solidFill>
              </a:defRPr>
            </a:lvl2pPr>
            <a:lvl3pPr algn="ctr">
              <a:defRPr sz="750" b="1">
                <a:solidFill>
                  <a:srgbClr val="1E5D78"/>
                </a:solidFill>
              </a:defRPr>
            </a:lvl3pPr>
            <a:lvl4pPr algn="ctr">
              <a:defRPr sz="750" b="1">
                <a:solidFill>
                  <a:srgbClr val="1E5D78"/>
                </a:solidFill>
              </a:defRPr>
            </a:lvl4pPr>
            <a:lvl5pPr algn="ctr">
              <a:defRPr sz="750" b="1">
                <a:solidFill>
                  <a:srgbClr val="1E5D78"/>
                </a:solidFill>
              </a:defRPr>
            </a:lvl5pPr>
            <a:lvl6pPr algn="ctr">
              <a:defRPr sz="750" b="1">
                <a:solidFill>
                  <a:srgbClr val="1E5D78"/>
                </a:solidFill>
              </a:defRPr>
            </a:lvl6pPr>
            <a:lvl7pPr algn="ctr">
              <a:defRPr sz="750" b="1">
                <a:solidFill>
                  <a:srgbClr val="1E5D78"/>
                </a:solidFill>
              </a:defRPr>
            </a:lvl7pPr>
            <a:lvl8pPr algn="ctr">
              <a:defRPr sz="750" b="1">
                <a:solidFill>
                  <a:srgbClr val="1E5D78"/>
                </a:solidFill>
              </a:defRPr>
            </a:lvl8pPr>
            <a:lvl9pPr algn="ctr">
              <a:defRPr sz="750" b="1">
                <a:solidFill>
                  <a:srgbClr val="1E5D78"/>
                </a:solidFill>
              </a:defRPr>
            </a:lvl9pPr>
          </a:lstStyle>
          <a:p xmlns:a="http://schemas.openxmlformats.org/drawingml/2006/main">
            <a:pPr algn="ctr">
              <a:defRPr sz="750" b="1">
                <a:solidFill>
                  <a:srgbClr val="1E5D78"/>
                </a:solidFill>
              </a:defRPr>
            </a:pPr>
            <a:r>
              <a:rPr sz="750" b="1">
                <a:solidFill>
                  <a:srgbClr val="1E5D78"/>
                </a:solidFill>
              </a:rPr>
              <a:t>▼</a:t>
            </a:r>
          </a:p>
        </p:txBody>
      </p:sp>
      <p:sp>
        <p:nvSpPr>
          <p:cNvPr id="13" name="">
            <a:extLst xmlns:a="http://schemas.openxmlformats.org/drawingml/2006/main">
              <a:ext uri="{FF2B5EF4-FFF2-40B4-BE49-F238E27FC236}">
                <a16:creationId xmlns:a16="http://schemas.microsoft.com/office/drawing/2014/main" id="{80DE4B00-8BAD-4EFE-AD5C-453892F3E33B}"/>
              </a:ext>
            </a:extLst>
          </p:cNvPr>
          <p:cNvSpPr>
            <a:spLocks xmlns:a="http://schemas.openxmlformats.org/drawingml/2006/main" noGrp="1"/>
          </p:cNvSpPr>
          <p:nvPr/>
        </p:nvSpPr>
        <p:spPr>
          <a:xfrm xmlns:a="http://schemas.openxmlformats.org/drawingml/2006/main">
            <a:off x="857250" y="3714750"/>
            <a:ext cx="4095750" cy="514350"/>
          </a:xfrm>
          <a:prstGeom xmlns:a="http://schemas.openxmlformats.org/drawingml/2006/main" prst="roundRect">
            <a:avLst>
              <a:gd name="adj" fmla="val 14815"/>
            </a:avLst>
          </a:prstGeom>
          <a:solidFill xmlns:a="http://schemas.openxmlformats.org/drawingml/2006/main">
            <a:srgbClr val="FFFDFC"/>
          </a:solidFill>
          <a:ln xmlns:a="http://schemas.openxmlformats.org/drawingml/2006/main" w="9525">
            <a:solidFill>
              <a:srgbClr val="D8D3CA"/>
            </a:solidFill>
            <a:prstDash val="solid"/>
          </a:ln>
        </p:spPr>
      </p:sp>
      <p:sp>
        <p:nvSpPr>
          <p:cNvPr id="14" name="">
            <a:extLst xmlns:a="http://schemas.openxmlformats.org/drawingml/2006/main">
              <a:ext uri="{FF2B5EF4-FFF2-40B4-BE49-F238E27FC236}">
                <a16:creationId xmlns:a16="http://schemas.microsoft.com/office/drawing/2014/main" id="{F5E2B387-6E1C-41CD-BA93-C00B60789D4E}"/>
              </a:ext>
            </a:extLst>
          </p:cNvPr>
          <p:cNvSpPr>
            <a:spLocks xmlns:a="http://schemas.openxmlformats.org/drawingml/2006/main" noGrp="1"/>
          </p:cNvSpPr>
          <p:nvPr/>
        </p:nvSpPr>
        <p:spPr>
          <a:xfrm xmlns:a="http://schemas.openxmlformats.org/drawingml/2006/main">
            <a:off x="990600" y="3781425"/>
            <a:ext cx="361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350" b="1">
                <a:solidFill>
                  <a:srgbClr val="1E5D78"/>
                </a:solidFill>
              </a:defRPr>
            </a:defPPr>
            <a:lvl1pPr algn="ctr">
              <a:defRPr sz="1350" b="1">
                <a:solidFill>
                  <a:srgbClr val="1E5D78"/>
                </a:solidFill>
              </a:defRPr>
            </a:lvl1pPr>
            <a:lvl2pPr algn="ctr">
              <a:defRPr sz="1350" b="1">
                <a:solidFill>
                  <a:srgbClr val="1E5D78"/>
                </a:solidFill>
              </a:defRPr>
            </a:lvl2pPr>
            <a:lvl3pPr algn="ctr">
              <a:defRPr sz="1350" b="1">
                <a:solidFill>
                  <a:srgbClr val="1E5D78"/>
                </a:solidFill>
              </a:defRPr>
            </a:lvl3pPr>
            <a:lvl4pPr algn="ctr">
              <a:defRPr sz="1350" b="1">
                <a:solidFill>
                  <a:srgbClr val="1E5D78"/>
                </a:solidFill>
              </a:defRPr>
            </a:lvl4pPr>
            <a:lvl5pPr algn="ctr">
              <a:defRPr sz="1350" b="1">
                <a:solidFill>
                  <a:srgbClr val="1E5D78"/>
                </a:solidFill>
              </a:defRPr>
            </a:lvl5pPr>
            <a:lvl6pPr algn="ctr">
              <a:defRPr sz="1350" b="1">
                <a:solidFill>
                  <a:srgbClr val="1E5D78"/>
                </a:solidFill>
              </a:defRPr>
            </a:lvl6pPr>
            <a:lvl7pPr algn="ctr">
              <a:defRPr sz="1350" b="1">
                <a:solidFill>
                  <a:srgbClr val="1E5D78"/>
                </a:solidFill>
              </a:defRPr>
            </a:lvl7pPr>
            <a:lvl8pPr algn="ctr">
              <a:defRPr sz="1350" b="1">
                <a:solidFill>
                  <a:srgbClr val="1E5D78"/>
                </a:solidFill>
              </a:defRPr>
            </a:lvl8pPr>
            <a:lvl9pPr algn="ctr">
              <a:defRPr sz="1350" b="1">
                <a:solidFill>
                  <a:srgbClr val="1E5D78"/>
                </a:solidFill>
              </a:defRPr>
            </a:lvl9pPr>
          </a:lstStyle>
          <a:p xmlns:a="http://schemas.openxmlformats.org/drawingml/2006/main">
            <a:pPr algn="ctr">
              <a:defRPr sz="1350" b="1">
                <a:solidFill>
                  <a:srgbClr val="1E5D78"/>
                </a:solidFill>
              </a:defRPr>
            </a:pPr>
            <a:r>
              <a:rPr sz="1350" b="1">
                <a:solidFill>
                  <a:srgbClr val="1E5D78"/>
                </a:solidFill>
              </a:rPr>
              <a:t>2</a:t>
            </a:r>
          </a:p>
        </p:txBody>
      </p:sp>
      <p:sp>
        <p:nvSpPr>
          <p:cNvPr id="15" name="">
            <a:extLst xmlns:a="http://schemas.openxmlformats.org/drawingml/2006/main">
              <a:ext uri="{FF2B5EF4-FFF2-40B4-BE49-F238E27FC236}">
                <a16:creationId xmlns:a16="http://schemas.microsoft.com/office/drawing/2014/main" id="{635B3D33-2AC1-4A19-B3D0-E6731D40F5EC}"/>
              </a:ext>
            </a:extLst>
          </p:cNvPr>
          <p:cNvSpPr>
            <a:spLocks xmlns:a="http://schemas.openxmlformats.org/drawingml/2006/main" noGrp="1"/>
          </p:cNvSpPr>
          <p:nvPr/>
        </p:nvSpPr>
        <p:spPr>
          <a:xfrm xmlns:a="http://schemas.openxmlformats.org/drawingml/2006/main">
            <a:off x="1428750" y="3781425"/>
            <a:ext cx="3333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425" b="1">
                <a:solidFill>
                  <a:srgbClr val="2C3E50"/>
                </a:solidFill>
              </a:defRPr>
            </a:defPPr>
            <a:lvl1pPr algn="l">
              <a:defRPr sz="1425" b="1">
                <a:solidFill>
                  <a:srgbClr val="2C3E50"/>
                </a:solidFill>
              </a:defRPr>
            </a:lvl1pPr>
            <a:lvl2pPr algn="l">
              <a:defRPr sz="1425" b="1">
                <a:solidFill>
                  <a:srgbClr val="2C3E50"/>
                </a:solidFill>
              </a:defRPr>
            </a:lvl2pPr>
            <a:lvl3pPr algn="l">
              <a:defRPr sz="1425" b="1">
                <a:solidFill>
                  <a:srgbClr val="2C3E50"/>
                </a:solidFill>
              </a:defRPr>
            </a:lvl3pPr>
            <a:lvl4pPr algn="l">
              <a:defRPr sz="1425" b="1">
                <a:solidFill>
                  <a:srgbClr val="2C3E50"/>
                </a:solidFill>
              </a:defRPr>
            </a:lvl4pPr>
            <a:lvl5pPr algn="l">
              <a:defRPr sz="1425" b="1">
                <a:solidFill>
                  <a:srgbClr val="2C3E50"/>
                </a:solidFill>
              </a:defRPr>
            </a:lvl5pPr>
            <a:lvl6pPr algn="l">
              <a:defRPr sz="1425" b="1">
                <a:solidFill>
                  <a:srgbClr val="2C3E50"/>
                </a:solidFill>
              </a:defRPr>
            </a:lvl6pPr>
            <a:lvl7pPr algn="l">
              <a:defRPr sz="1425" b="1">
                <a:solidFill>
                  <a:srgbClr val="2C3E50"/>
                </a:solidFill>
              </a:defRPr>
            </a:lvl7pPr>
            <a:lvl8pPr algn="l">
              <a:defRPr sz="1425" b="1">
                <a:solidFill>
                  <a:srgbClr val="2C3E50"/>
                </a:solidFill>
              </a:defRPr>
            </a:lvl8pPr>
            <a:lvl9pPr algn="l">
              <a:defRPr sz="1425" b="1">
                <a:solidFill>
                  <a:srgbClr val="2C3E50"/>
                </a:solidFill>
              </a:defRPr>
            </a:lvl9pPr>
          </a:lstStyle>
          <a:p xmlns:a="http://schemas.openxmlformats.org/drawingml/2006/main">
            <a:pPr algn="l">
              <a:defRPr sz="1425" b="1">
                <a:solidFill>
                  <a:srgbClr val="2C3E50"/>
                </a:solidFill>
              </a:defRPr>
            </a:pPr>
            <a:r>
              <a:rPr sz="1425" b="1">
                <a:solidFill>
                  <a:srgbClr val="2C3E50"/>
                </a:solidFill>
              </a:rPr>
              <a:t>Upload one photo</a:t>
            </a:r>
          </a:p>
        </p:txBody>
      </p:sp>
      <p:sp>
        <p:nvSpPr>
          <p:cNvPr id="16" name="">
            <a:extLst xmlns:a="http://schemas.openxmlformats.org/drawingml/2006/main">
              <a:ext uri="{FF2B5EF4-FFF2-40B4-BE49-F238E27FC236}">
                <a16:creationId xmlns:a16="http://schemas.microsoft.com/office/drawing/2014/main" id="{B0DF12BB-335B-415C-8CA2-236A36194145}"/>
              </a:ext>
            </a:extLst>
          </p:cNvPr>
          <p:cNvSpPr>
            <a:spLocks xmlns:a="http://schemas.openxmlformats.org/drawingml/2006/main" noGrp="1"/>
          </p:cNvSpPr>
          <p:nvPr/>
        </p:nvSpPr>
        <p:spPr>
          <a:xfrm xmlns:a="http://schemas.openxmlformats.org/drawingml/2006/main">
            <a:off x="2895600" y="4229100"/>
            <a:ext cx="19050" cy="123825"/>
          </a:xfrm>
          <a:prstGeom xmlns:a="http://schemas.openxmlformats.org/drawingml/2006/main" prst="rect">
            <a:avLst/>
          </a:prstGeom>
          <a:solidFill xmlns:a="http://schemas.openxmlformats.org/drawingml/2006/main">
            <a:srgbClr val="1E5D78"/>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02B3ADB7-9E16-43F4-AC1A-9C7CB1F60781}"/>
              </a:ext>
            </a:extLst>
          </p:cNvPr>
          <p:cNvSpPr>
            <a:spLocks xmlns:a="http://schemas.openxmlformats.org/drawingml/2006/main" noGrp="1"/>
          </p:cNvSpPr>
          <p:nvPr/>
        </p:nvSpPr>
        <p:spPr>
          <a:xfrm xmlns:a="http://schemas.openxmlformats.org/drawingml/2006/main">
            <a:off x="2800350" y="4295775"/>
            <a:ext cx="2095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750" b="1">
                <a:solidFill>
                  <a:srgbClr val="1E5D78"/>
                </a:solidFill>
              </a:defRPr>
            </a:defPPr>
            <a:lvl1pPr algn="ctr">
              <a:defRPr sz="750" b="1">
                <a:solidFill>
                  <a:srgbClr val="1E5D78"/>
                </a:solidFill>
              </a:defRPr>
            </a:lvl1pPr>
            <a:lvl2pPr algn="ctr">
              <a:defRPr sz="750" b="1">
                <a:solidFill>
                  <a:srgbClr val="1E5D78"/>
                </a:solidFill>
              </a:defRPr>
            </a:lvl2pPr>
            <a:lvl3pPr algn="ctr">
              <a:defRPr sz="750" b="1">
                <a:solidFill>
                  <a:srgbClr val="1E5D78"/>
                </a:solidFill>
              </a:defRPr>
            </a:lvl3pPr>
            <a:lvl4pPr algn="ctr">
              <a:defRPr sz="750" b="1">
                <a:solidFill>
                  <a:srgbClr val="1E5D78"/>
                </a:solidFill>
              </a:defRPr>
            </a:lvl4pPr>
            <a:lvl5pPr algn="ctr">
              <a:defRPr sz="750" b="1">
                <a:solidFill>
                  <a:srgbClr val="1E5D78"/>
                </a:solidFill>
              </a:defRPr>
            </a:lvl5pPr>
            <a:lvl6pPr algn="ctr">
              <a:defRPr sz="750" b="1">
                <a:solidFill>
                  <a:srgbClr val="1E5D78"/>
                </a:solidFill>
              </a:defRPr>
            </a:lvl6pPr>
            <a:lvl7pPr algn="ctr">
              <a:defRPr sz="750" b="1">
                <a:solidFill>
                  <a:srgbClr val="1E5D78"/>
                </a:solidFill>
              </a:defRPr>
            </a:lvl7pPr>
            <a:lvl8pPr algn="ctr">
              <a:defRPr sz="750" b="1">
                <a:solidFill>
                  <a:srgbClr val="1E5D78"/>
                </a:solidFill>
              </a:defRPr>
            </a:lvl8pPr>
            <a:lvl9pPr algn="ctr">
              <a:defRPr sz="750" b="1">
                <a:solidFill>
                  <a:srgbClr val="1E5D78"/>
                </a:solidFill>
              </a:defRPr>
            </a:lvl9pPr>
          </a:lstStyle>
          <a:p xmlns:a="http://schemas.openxmlformats.org/drawingml/2006/main">
            <a:pPr algn="ctr">
              <a:defRPr sz="750" b="1">
                <a:solidFill>
                  <a:srgbClr val="1E5D78"/>
                </a:solidFill>
              </a:defRPr>
            </a:pPr>
            <a:r>
              <a:rPr sz="750" b="1">
                <a:solidFill>
                  <a:srgbClr val="1E5D78"/>
                </a:solidFill>
              </a:rPr>
              <a:t>▼</a:t>
            </a:r>
          </a:p>
        </p:txBody>
      </p:sp>
      <p:sp>
        <p:nvSpPr>
          <p:cNvPr id="18" name="">
            <a:extLst xmlns:a="http://schemas.openxmlformats.org/drawingml/2006/main">
              <a:ext uri="{FF2B5EF4-FFF2-40B4-BE49-F238E27FC236}">
                <a16:creationId xmlns:a16="http://schemas.microsoft.com/office/drawing/2014/main" id="{4DB4B131-2FCD-4A93-ADE4-025958765D81}"/>
              </a:ext>
            </a:extLst>
          </p:cNvPr>
          <p:cNvSpPr>
            <a:spLocks xmlns:a="http://schemas.openxmlformats.org/drawingml/2006/main" noGrp="1"/>
          </p:cNvSpPr>
          <p:nvPr/>
        </p:nvSpPr>
        <p:spPr>
          <a:xfrm xmlns:a="http://schemas.openxmlformats.org/drawingml/2006/main">
            <a:off x="857250" y="4400550"/>
            <a:ext cx="4095750" cy="514350"/>
          </a:xfrm>
          <a:prstGeom xmlns:a="http://schemas.openxmlformats.org/drawingml/2006/main" prst="roundRect">
            <a:avLst>
              <a:gd name="adj" fmla="val 14815"/>
            </a:avLst>
          </a:prstGeom>
          <a:solidFill xmlns:a="http://schemas.openxmlformats.org/drawingml/2006/main">
            <a:srgbClr val="FFFDFC"/>
          </a:solidFill>
          <a:ln xmlns:a="http://schemas.openxmlformats.org/drawingml/2006/main" w="9525">
            <a:solidFill>
              <a:srgbClr val="D8D3CA"/>
            </a:solidFill>
            <a:prstDash val="solid"/>
          </a:ln>
        </p:spPr>
      </p:sp>
      <p:sp>
        <p:nvSpPr>
          <p:cNvPr id="19" name="">
            <a:extLst xmlns:a="http://schemas.openxmlformats.org/drawingml/2006/main">
              <a:ext uri="{FF2B5EF4-FFF2-40B4-BE49-F238E27FC236}">
                <a16:creationId xmlns:a16="http://schemas.microsoft.com/office/drawing/2014/main" id="{2BA36584-9AA7-4097-8206-6DD5D5C912B6}"/>
              </a:ext>
            </a:extLst>
          </p:cNvPr>
          <p:cNvSpPr>
            <a:spLocks xmlns:a="http://schemas.openxmlformats.org/drawingml/2006/main" noGrp="1"/>
          </p:cNvSpPr>
          <p:nvPr/>
        </p:nvSpPr>
        <p:spPr>
          <a:xfrm xmlns:a="http://schemas.openxmlformats.org/drawingml/2006/main">
            <a:off x="990600" y="4467225"/>
            <a:ext cx="361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350" b="1">
                <a:solidFill>
                  <a:srgbClr val="1E5D78"/>
                </a:solidFill>
              </a:defRPr>
            </a:defPPr>
            <a:lvl1pPr algn="ctr">
              <a:defRPr sz="1350" b="1">
                <a:solidFill>
                  <a:srgbClr val="1E5D78"/>
                </a:solidFill>
              </a:defRPr>
            </a:lvl1pPr>
            <a:lvl2pPr algn="ctr">
              <a:defRPr sz="1350" b="1">
                <a:solidFill>
                  <a:srgbClr val="1E5D78"/>
                </a:solidFill>
              </a:defRPr>
            </a:lvl2pPr>
            <a:lvl3pPr algn="ctr">
              <a:defRPr sz="1350" b="1">
                <a:solidFill>
                  <a:srgbClr val="1E5D78"/>
                </a:solidFill>
              </a:defRPr>
            </a:lvl3pPr>
            <a:lvl4pPr algn="ctr">
              <a:defRPr sz="1350" b="1">
                <a:solidFill>
                  <a:srgbClr val="1E5D78"/>
                </a:solidFill>
              </a:defRPr>
            </a:lvl4pPr>
            <a:lvl5pPr algn="ctr">
              <a:defRPr sz="1350" b="1">
                <a:solidFill>
                  <a:srgbClr val="1E5D78"/>
                </a:solidFill>
              </a:defRPr>
            </a:lvl5pPr>
            <a:lvl6pPr algn="ctr">
              <a:defRPr sz="1350" b="1">
                <a:solidFill>
                  <a:srgbClr val="1E5D78"/>
                </a:solidFill>
              </a:defRPr>
            </a:lvl6pPr>
            <a:lvl7pPr algn="ctr">
              <a:defRPr sz="1350" b="1">
                <a:solidFill>
                  <a:srgbClr val="1E5D78"/>
                </a:solidFill>
              </a:defRPr>
            </a:lvl7pPr>
            <a:lvl8pPr algn="ctr">
              <a:defRPr sz="1350" b="1">
                <a:solidFill>
                  <a:srgbClr val="1E5D78"/>
                </a:solidFill>
              </a:defRPr>
            </a:lvl8pPr>
            <a:lvl9pPr algn="ctr">
              <a:defRPr sz="1350" b="1">
                <a:solidFill>
                  <a:srgbClr val="1E5D78"/>
                </a:solidFill>
              </a:defRPr>
            </a:lvl9pPr>
          </a:lstStyle>
          <a:p xmlns:a="http://schemas.openxmlformats.org/drawingml/2006/main">
            <a:pPr algn="ctr">
              <a:defRPr sz="1350" b="1">
                <a:solidFill>
                  <a:srgbClr val="1E5D78"/>
                </a:solidFill>
              </a:defRPr>
            </a:pPr>
            <a:r>
              <a:rPr sz="1350" b="1">
                <a:solidFill>
                  <a:srgbClr val="1E5D78"/>
                </a:solidFill>
              </a:rPr>
              <a:t>3</a:t>
            </a:r>
          </a:p>
        </p:txBody>
      </p:sp>
      <p:sp>
        <p:nvSpPr>
          <p:cNvPr id="20" name="">
            <a:extLst xmlns:a="http://schemas.openxmlformats.org/drawingml/2006/main">
              <a:ext uri="{FF2B5EF4-FFF2-40B4-BE49-F238E27FC236}">
                <a16:creationId xmlns:a16="http://schemas.microsoft.com/office/drawing/2014/main" id="{39FD927F-6B20-44E7-B707-5E9D5AED0720}"/>
              </a:ext>
            </a:extLst>
          </p:cNvPr>
          <p:cNvSpPr>
            <a:spLocks xmlns:a="http://schemas.openxmlformats.org/drawingml/2006/main" noGrp="1"/>
          </p:cNvSpPr>
          <p:nvPr/>
        </p:nvSpPr>
        <p:spPr>
          <a:xfrm xmlns:a="http://schemas.openxmlformats.org/drawingml/2006/main">
            <a:off x="1428750" y="4467225"/>
            <a:ext cx="3333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425" b="1">
                <a:solidFill>
                  <a:srgbClr val="2C3E50"/>
                </a:solidFill>
              </a:defRPr>
            </a:defPPr>
            <a:lvl1pPr algn="l">
              <a:defRPr sz="1425" b="1">
                <a:solidFill>
                  <a:srgbClr val="2C3E50"/>
                </a:solidFill>
              </a:defRPr>
            </a:lvl1pPr>
            <a:lvl2pPr algn="l">
              <a:defRPr sz="1425" b="1">
                <a:solidFill>
                  <a:srgbClr val="2C3E50"/>
                </a:solidFill>
              </a:defRPr>
            </a:lvl2pPr>
            <a:lvl3pPr algn="l">
              <a:defRPr sz="1425" b="1">
                <a:solidFill>
                  <a:srgbClr val="2C3E50"/>
                </a:solidFill>
              </a:defRPr>
            </a:lvl3pPr>
            <a:lvl4pPr algn="l">
              <a:defRPr sz="1425" b="1">
                <a:solidFill>
                  <a:srgbClr val="2C3E50"/>
                </a:solidFill>
              </a:defRPr>
            </a:lvl4pPr>
            <a:lvl5pPr algn="l">
              <a:defRPr sz="1425" b="1">
                <a:solidFill>
                  <a:srgbClr val="2C3E50"/>
                </a:solidFill>
              </a:defRPr>
            </a:lvl5pPr>
            <a:lvl6pPr algn="l">
              <a:defRPr sz="1425" b="1">
                <a:solidFill>
                  <a:srgbClr val="2C3E50"/>
                </a:solidFill>
              </a:defRPr>
            </a:lvl6pPr>
            <a:lvl7pPr algn="l">
              <a:defRPr sz="1425" b="1">
                <a:solidFill>
                  <a:srgbClr val="2C3E50"/>
                </a:solidFill>
              </a:defRPr>
            </a:lvl7pPr>
            <a:lvl8pPr algn="l">
              <a:defRPr sz="1425" b="1">
                <a:solidFill>
                  <a:srgbClr val="2C3E50"/>
                </a:solidFill>
              </a:defRPr>
            </a:lvl8pPr>
            <a:lvl9pPr algn="l">
              <a:defRPr sz="1425" b="1">
                <a:solidFill>
                  <a:srgbClr val="2C3E50"/>
                </a:solidFill>
              </a:defRPr>
            </a:lvl9pPr>
          </a:lstStyle>
          <a:p xmlns:a="http://schemas.openxmlformats.org/drawingml/2006/main">
            <a:pPr algn="l">
              <a:defRPr sz="1425" b="1">
                <a:solidFill>
                  <a:srgbClr val="2C3E50"/>
                </a:solidFill>
              </a:defRPr>
            </a:pPr>
            <a:r>
              <a:rPr sz="1425" b="1">
                <a:solidFill>
                  <a:srgbClr val="2C3E50"/>
                </a:solidFill>
              </a:rPr>
              <a:t>Get three priority actions</a:t>
            </a:r>
          </a:p>
        </p:txBody>
      </p:sp>
      <p:sp>
        <p:nvSpPr>
          <p:cNvPr id="21" name="">
            <a:extLst xmlns:a="http://schemas.openxmlformats.org/drawingml/2006/main">
              <a:ext uri="{FF2B5EF4-FFF2-40B4-BE49-F238E27FC236}">
                <a16:creationId xmlns:a16="http://schemas.microsoft.com/office/drawing/2014/main" id="{5F67448C-463A-476F-8064-0B47B9B86298}"/>
              </a:ext>
            </a:extLst>
          </p:cNvPr>
          <p:cNvSpPr>
            <a:spLocks xmlns:a="http://schemas.openxmlformats.org/drawingml/2006/main" noGrp="1"/>
          </p:cNvSpPr>
          <p:nvPr/>
        </p:nvSpPr>
        <p:spPr>
          <a:xfrm xmlns:a="http://schemas.openxmlformats.org/drawingml/2006/main">
            <a:off x="6800850" y="1962150"/>
            <a:ext cx="1524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200" b="1">
                <a:solidFill>
                  <a:srgbClr val="1E5D78"/>
                </a:solidFill>
              </a:defRPr>
            </a:defPPr>
            <a:lvl1pPr algn="l">
              <a:defRPr sz="1200" b="1">
                <a:solidFill>
                  <a:srgbClr val="1E5D78"/>
                </a:solidFill>
              </a:defRPr>
            </a:lvl1pPr>
            <a:lvl2pPr algn="l">
              <a:defRPr sz="1200" b="1">
                <a:solidFill>
                  <a:srgbClr val="1E5D78"/>
                </a:solidFill>
              </a:defRPr>
            </a:lvl2pPr>
            <a:lvl3pPr algn="l">
              <a:defRPr sz="1200" b="1">
                <a:solidFill>
                  <a:srgbClr val="1E5D78"/>
                </a:solidFill>
              </a:defRPr>
            </a:lvl3pPr>
            <a:lvl4pPr algn="l">
              <a:defRPr sz="1200" b="1">
                <a:solidFill>
                  <a:srgbClr val="1E5D78"/>
                </a:solidFill>
              </a:defRPr>
            </a:lvl4pPr>
            <a:lvl5pPr algn="l">
              <a:defRPr sz="1200" b="1">
                <a:solidFill>
                  <a:srgbClr val="1E5D78"/>
                </a:solidFill>
              </a:defRPr>
            </a:lvl5pPr>
            <a:lvl6pPr algn="l">
              <a:defRPr sz="1200" b="1">
                <a:solidFill>
                  <a:srgbClr val="1E5D78"/>
                </a:solidFill>
              </a:defRPr>
            </a:lvl6pPr>
            <a:lvl7pPr algn="l">
              <a:defRPr sz="1200" b="1">
                <a:solidFill>
                  <a:srgbClr val="1E5D78"/>
                </a:solidFill>
              </a:defRPr>
            </a:lvl7pPr>
            <a:lvl8pPr algn="l">
              <a:defRPr sz="1200" b="1">
                <a:solidFill>
                  <a:srgbClr val="1E5D78"/>
                </a:solidFill>
              </a:defRPr>
            </a:lvl8pPr>
            <a:lvl9pPr algn="l">
              <a:defRPr sz="1200" b="1">
                <a:solidFill>
                  <a:srgbClr val="1E5D78"/>
                </a:solidFill>
              </a:defRPr>
            </a:lvl9pPr>
          </a:lstStyle>
          <a:p xmlns:a="http://schemas.openxmlformats.org/drawingml/2006/main">
            <a:pPr algn="l">
              <a:defRPr sz="1200" b="1">
                <a:solidFill>
                  <a:srgbClr val="1E5D78"/>
                </a:solidFill>
              </a:defRPr>
            </a:pPr>
            <a:r>
              <a:rPr sz="1200" b="1">
                <a:solidFill>
                  <a:srgbClr val="1E5D78"/>
                </a:solidFill>
              </a:rPr>
              <a:t>FOR TRACKING</a:t>
            </a:r>
          </a:p>
        </p:txBody>
      </p:sp>
      <p:sp>
        <p:nvSpPr>
          <p:cNvPr id="22" name="">
            <a:extLst xmlns:a="http://schemas.openxmlformats.org/drawingml/2006/main">
              <a:ext uri="{FF2B5EF4-FFF2-40B4-BE49-F238E27FC236}">
                <a16:creationId xmlns:a16="http://schemas.microsoft.com/office/drawing/2014/main" id="{65D37327-4D28-4228-AE48-2F726005F4E5}"/>
              </a:ext>
            </a:extLst>
          </p:cNvPr>
          <p:cNvSpPr>
            <a:spLocks xmlns:a="http://schemas.openxmlformats.org/drawingml/2006/main" noGrp="1"/>
          </p:cNvSpPr>
          <p:nvPr/>
        </p:nvSpPr>
        <p:spPr>
          <a:xfrm xmlns:a="http://schemas.openxmlformats.org/drawingml/2006/main">
            <a:off x="6800850" y="2381250"/>
            <a:ext cx="45243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2175" b="1">
                <a:solidFill>
                  <a:srgbClr val="203247"/>
                </a:solidFill>
              </a:defRPr>
            </a:defPPr>
            <a:lvl1pPr algn="l">
              <a:defRPr sz="2175" b="1">
                <a:solidFill>
                  <a:srgbClr val="203247"/>
                </a:solidFill>
              </a:defRPr>
            </a:lvl1pPr>
            <a:lvl2pPr algn="l">
              <a:defRPr sz="2175" b="1">
                <a:solidFill>
                  <a:srgbClr val="203247"/>
                </a:solidFill>
              </a:defRPr>
            </a:lvl2pPr>
            <a:lvl3pPr algn="l">
              <a:defRPr sz="2175" b="1">
                <a:solidFill>
                  <a:srgbClr val="203247"/>
                </a:solidFill>
              </a:defRPr>
            </a:lvl3pPr>
            <a:lvl4pPr algn="l">
              <a:defRPr sz="2175" b="1">
                <a:solidFill>
                  <a:srgbClr val="203247"/>
                </a:solidFill>
              </a:defRPr>
            </a:lvl4pPr>
            <a:lvl5pPr algn="l">
              <a:defRPr sz="2175" b="1">
                <a:solidFill>
                  <a:srgbClr val="203247"/>
                </a:solidFill>
              </a:defRPr>
            </a:lvl5pPr>
            <a:lvl6pPr algn="l">
              <a:defRPr sz="2175" b="1">
                <a:solidFill>
                  <a:srgbClr val="203247"/>
                </a:solidFill>
              </a:defRPr>
            </a:lvl6pPr>
            <a:lvl7pPr algn="l">
              <a:defRPr sz="2175" b="1">
                <a:solidFill>
                  <a:srgbClr val="203247"/>
                </a:solidFill>
              </a:defRPr>
            </a:lvl7pPr>
            <a:lvl8pPr algn="l">
              <a:defRPr sz="2175" b="1">
                <a:solidFill>
                  <a:srgbClr val="203247"/>
                </a:solidFill>
              </a:defRPr>
            </a:lvl8pPr>
            <a:lvl9pPr algn="l">
              <a:defRPr sz="2175" b="1">
                <a:solidFill>
                  <a:srgbClr val="203247"/>
                </a:solidFill>
              </a:defRPr>
            </a:lvl9pPr>
          </a:lstStyle>
          <a:p xmlns:a="http://schemas.openxmlformats.org/drawingml/2006/main">
            <a:pPr algn="l">
              <a:defRPr sz="2175" b="1">
                <a:solidFill>
                  <a:srgbClr val="203247"/>
                </a:solidFill>
              </a:defRPr>
            </a:pPr>
            <a:r>
              <a:rPr sz="2175" b="1">
                <a:solidFill>
                  <a:srgbClr val="203247"/>
                </a:solidFill>
              </a:rPr>
              <a:t>Account Check</a:t>
            </a:r>
          </a:p>
        </p:txBody>
      </p:sp>
      <p:sp>
        <p:nvSpPr>
          <p:cNvPr id="23" name="">
            <a:extLst xmlns:a="http://schemas.openxmlformats.org/drawingml/2006/main">
              <a:ext uri="{FF2B5EF4-FFF2-40B4-BE49-F238E27FC236}">
                <a16:creationId xmlns:a16="http://schemas.microsoft.com/office/drawing/2014/main" id="{17CE73C6-4D65-4A10-A866-C11CBDD2E6EB}"/>
              </a:ext>
            </a:extLst>
          </p:cNvPr>
          <p:cNvSpPr>
            <a:spLocks xmlns:a="http://schemas.openxmlformats.org/drawingml/2006/main" noGrp="1"/>
          </p:cNvSpPr>
          <p:nvPr/>
        </p:nvSpPr>
        <p:spPr>
          <a:xfrm xmlns:a="http://schemas.openxmlformats.org/drawingml/2006/main">
            <a:off x="6800850" y="3028950"/>
            <a:ext cx="4095750" cy="514350"/>
          </a:xfrm>
          <a:prstGeom xmlns:a="http://schemas.openxmlformats.org/drawingml/2006/main" prst="roundRect">
            <a:avLst>
              <a:gd name="adj" fmla="val 14815"/>
            </a:avLst>
          </a:prstGeom>
          <a:solidFill xmlns:a="http://schemas.openxmlformats.org/drawingml/2006/main">
            <a:srgbClr val="FFFDFC"/>
          </a:solidFill>
          <a:ln xmlns:a="http://schemas.openxmlformats.org/drawingml/2006/main" w="9525">
            <a:solidFill>
              <a:srgbClr val="D8D3CA"/>
            </a:solidFill>
            <a:prstDash val="solid"/>
          </a:ln>
        </p:spPr>
      </p:sp>
      <p:sp>
        <p:nvSpPr>
          <p:cNvPr id="24" name="">
            <a:extLst xmlns:a="http://schemas.openxmlformats.org/drawingml/2006/main">
              <a:ext uri="{FF2B5EF4-FFF2-40B4-BE49-F238E27FC236}">
                <a16:creationId xmlns:a16="http://schemas.microsoft.com/office/drawing/2014/main" id="{9DC486ED-E185-4791-B0F5-A9C633DFDDCC}"/>
              </a:ext>
            </a:extLst>
          </p:cNvPr>
          <p:cNvSpPr>
            <a:spLocks xmlns:a="http://schemas.openxmlformats.org/drawingml/2006/main" noGrp="1"/>
          </p:cNvSpPr>
          <p:nvPr/>
        </p:nvSpPr>
        <p:spPr>
          <a:xfrm xmlns:a="http://schemas.openxmlformats.org/drawingml/2006/main">
            <a:off x="6934200" y="3095625"/>
            <a:ext cx="361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350" b="1">
                <a:solidFill>
                  <a:srgbClr val="1E5D78"/>
                </a:solidFill>
              </a:defRPr>
            </a:defPPr>
            <a:lvl1pPr algn="ctr">
              <a:defRPr sz="1350" b="1">
                <a:solidFill>
                  <a:srgbClr val="1E5D78"/>
                </a:solidFill>
              </a:defRPr>
            </a:lvl1pPr>
            <a:lvl2pPr algn="ctr">
              <a:defRPr sz="1350" b="1">
                <a:solidFill>
                  <a:srgbClr val="1E5D78"/>
                </a:solidFill>
              </a:defRPr>
            </a:lvl2pPr>
            <a:lvl3pPr algn="ctr">
              <a:defRPr sz="1350" b="1">
                <a:solidFill>
                  <a:srgbClr val="1E5D78"/>
                </a:solidFill>
              </a:defRPr>
            </a:lvl3pPr>
            <a:lvl4pPr algn="ctr">
              <a:defRPr sz="1350" b="1">
                <a:solidFill>
                  <a:srgbClr val="1E5D78"/>
                </a:solidFill>
              </a:defRPr>
            </a:lvl4pPr>
            <a:lvl5pPr algn="ctr">
              <a:defRPr sz="1350" b="1">
                <a:solidFill>
                  <a:srgbClr val="1E5D78"/>
                </a:solidFill>
              </a:defRPr>
            </a:lvl5pPr>
            <a:lvl6pPr algn="ctr">
              <a:defRPr sz="1350" b="1">
                <a:solidFill>
                  <a:srgbClr val="1E5D78"/>
                </a:solidFill>
              </a:defRPr>
            </a:lvl6pPr>
            <a:lvl7pPr algn="ctr">
              <a:defRPr sz="1350" b="1">
                <a:solidFill>
                  <a:srgbClr val="1E5D78"/>
                </a:solidFill>
              </a:defRPr>
            </a:lvl7pPr>
            <a:lvl8pPr algn="ctr">
              <a:defRPr sz="1350" b="1">
                <a:solidFill>
                  <a:srgbClr val="1E5D78"/>
                </a:solidFill>
              </a:defRPr>
            </a:lvl8pPr>
            <a:lvl9pPr algn="ctr">
              <a:defRPr sz="1350" b="1">
                <a:solidFill>
                  <a:srgbClr val="1E5D78"/>
                </a:solidFill>
              </a:defRPr>
            </a:lvl9pPr>
          </a:lstStyle>
          <a:p xmlns:a="http://schemas.openxmlformats.org/drawingml/2006/main">
            <a:pPr algn="ctr">
              <a:defRPr sz="1350" b="1">
                <a:solidFill>
                  <a:srgbClr val="1E5D78"/>
                </a:solidFill>
              </a:defRPr>
            </a:pPr>
            <a:r>
              <a:rPr sz="1350" b="1">
                <a:solidFill>
                  <a:srgbClr val="1E5D78"/>
                </a:solidFill>
              </a:rPr>
              <a:t>1</a:t>
            </a:r>
          </a:p>
        </p:txBody>
      </p:sp>
      <p:sp>
        <p:nvSpPr>
          <p:cNvPr id="25" name="">
            <a:extLst xmlns:a="http://schemas.openxmlformats.org/drawingml/2006/main">
              <a:ext uri="{FF2B5EF4-FFF2-40B4-BE49-F238E27FC236}">
                <a16:creationId xmlns:a16="http://schemas.microsoft.com/office/drawing/2014/main" id="{AC867CC1-275F-4348-8AF0-892C326293E7}"/>
              </a:ext>
            </a:extLst>
          </p:cNvPr>
          <p:cNvSpPr>
            <a:spLocks xmlns:a="http://schemas.openxmlformats.org/drawingml/2006/main" noGrp="1"/>
          </p:cNvSpPr>
          <p:nvPr/>
        </p:nvSpPr>
        <p:spPr>
          <a:xfrm xmlns:a="http://schemas.openxmlformats.org/drawingml/2006/main">
            <a:off x="7372350" y="3095625"/>
            <a:ext cx="3333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425" b="1">
                <a:solidFill>
                  <a:srgbClr val="2C3E50"/>
                </a:solidFill>
              </a:defRPr>
            </a:defPPr>
            <a:lvl1pPr algn="l">
              <a:defRPr sz="1425" b="1">
                <a:solidFill>
                  <a:srgbClr val="2C3E50"/>
                </a:solidFill>
              </a:defRPr>
            </a:lvl1pPr>
            <a:lvl2pPr algn="l">
              <a:defRPr sz="1425" b="1">
                <a:solidFill>
                  <a:srgbClr val="2C3E50"/>
                </a:solidFill>
              </a:defRPr>
            </a:lvl2pPr>
            <a:lvl3pPr algn="l">
              <a:defRPr sz="1425" b="1">
                <a:solidFill>
                  <a:srgbClr val="2C3E50"/>
                </a:solidFill>
              </a:defRPr>
            </a:lvl3pPr>
            <a:lvl4pPr algn="l">
              <a:defRPr sz="1425" b="1">
                <a:solidFill>
                  <a:srgbClr val="2C3E50"/>
                </a:solidFill>
              </a:defRPr>
            </a:lvl4pPr>
            <a:lvl5pPr algn="l">
              <a:defRPr sz="1425" b="1">
                <a:solidFill>
                  <a:srgbClr val="2C3E50"/>
                </a:solidFill>
              </a:defRPr>
            </a:lvl5pPr>
            <a:lvl6pPr algn="l">
              <a:defRPr sz="1425" b="1">
                <a:solidFill>
                  <a:srgbClr val="2C3E50"/>
                </a:solidFill>
              </a:defRPr>
            </a:lvl6pPr>
            <a:lvl7pPr algn="l">
              <a:defRPr sz="1425" b="1">
                <a:solidFill>
                  <a:srgbClr val="2C3E50"/>
                </a:solidFill>
              </a:defRPr>
            </a:lvl7pPr>
            <a:lvl8pPr algn="l">
              <a:defRPr sz="1425" b="1">
                <a:solidFill>
                  <a:srgbClr val="2C3E50"/>
                </a:solidFill>
              </a:defRPr>
            </a:lvl8pPr>
            <a:lvl9pPr algn="l">
              <a:defRPr sz="1425" b="1">
                <a:solidFill>
                  <a:srgbClr val="2C3E50"/>
                </a:solidFill>
              </a:defRPr>
            </a:lvl9pPr>
          </a:lstStyle>
          <a:p xmlns:a="http://schemas.openxmlformats.org/drawingml/2006/main">
            <a:pPr algn="l">
              <a:defRPr sz="1425" b="1">
                <a:solidFill>
                  <a:srgbClr val="2C3E50"/>
                </a:solidFill>
              </a:defRPr>
            </a:pPr>
            <a:r>
              <a:rPr sz="1425" b="1">
                <a:solidFill>
                  <a:srgbClr val="2C3E50"/>
                </a:solidFill>
              </a:rPr>
              <a:t>Sign in and select Room Name</a:t>
            </a:r>
          </a:p>
        </p:txBody>
      </p:sp>
      <p:sp>
        <p:nvSpPr>
          <p:cNvPr id="26" name="">
            <a:extLst xmlns:a="http://schemas.openxmlformats.org/drawingml/2006/main">
              <a:ext uri="{FF2B5EF4-FFF2-40B4-BE49-F238E27FC236}">
                <a16:creationId xmlns:a16="http://schemas.microsoft.com/office/drawing/2014/main" id="{65381570-26EB-4EEF-861A-D715C7C29DBB}"/>
              </a:ext>
            </a:extLst>
          </p:cNvPr>
          <p:cNvSpPr>
            <a:spLocks xmlns:a="http://schemas.openxmlformats.org/drawingml/2006/main" noGrp="1"/>
          </p:cNvSpPr>
          <p:nvPr/>
        </p:nvSpPr>
        <p:spPr>
          <a:xfrm xmlns:a="http://schemas.openxmlformats.org/drawingml/2006/main">
            <a:off x="8839200" y="3543300"/>
            <a:ext cx="19050" cy="123825"/>
          </a:xfrm>
          <a:prstGeom xmlns:a="http://schemas.openxmlformats.org/drawingml/2006/main" prst="rect">
            <a:avLst/>
          </a:prstGeom>
          <a:solidFill xmlns:a="http://schemas.openxmlformats.org/drawingml/2006/main">
            <a:srgbClr val="1E5D78"/>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7DEECB39-A4AC-438C-ADE8-8CBBE6B164FF}"/>
              </a:ext>
            </a:extLst>
          </p:cNvPr>
          <p:cNvSpPr>
            <a:spLocks xmlns:a="http://schemas.openxmlformats.org/drawingml/2006/main" noGrp="1"/>
          </p:cNvSpPr>
          <p:nvPr/>
        </p:nvSpPr>
        <p:spPr>
          <a:xfrm xmlns:a="http://schemas.openxmlformats.org/drawingml/2006/main">
            <a:off x="8743950" y="3609975"/>
            <a:ext cx="2095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750" b="1">
                <a:solidFill>
                  <a:srgbClr val="1E5D78"/>
                </a:solidFill>
              </a:defRPr>
            </a:defPPr>
            <a:lvl1pPr algn="ctr">
              <a:defRPr sz="750" b="1">
                <a:solidFill>
                  <a:srgbClr val="1E5D78"/>
                </a:solidFill>
              </a:defRPr>
            </a:lvl1pPr>
            <a:lvl2pPr algn="ctr">
              <a:defRPr sz="750" b="1">
                <a:solidFill>
                  <a:srgbClr val="1E5D78"/>
                </a:solidFill>
              </a:defRPr>
            </a:lvl2pPr>
            <a:lvl3pPr algn="ctr">
              <a:defRPr sz="750" b="1">
                <a:solidFill>
                  <a:srgbClr val="1E5D78"/>
                </a:solidFill>
              </a:defRPr>
            </a:lvl3pPr>
            <a:lvl4pPr algn="ctr">
              <a:defRPr sz="750" b="1">
                <a:solidFill>
                  <a:srgbClr val="1E5D78"/>
                </a:solidFill>
              </a:defRPr>
            </a:lvl4pPr>
            <a:lvl5pPr algn="ctr">
              <a:defRPr sz="750" b="1">
                <a:solidFill>
                  <a:srgbClr val="1E5D78"/>
                </a:solidFill>
              </a:defRPr>
            </a:lvl5pPr>
            <a:lvl6pPr algn="ctr">
              <a:defRPr sz="750" b="1">
                <a:solidFill>
                  <a:srgbClr val="1E5D78"/>
                </a:solidFill>
              </a:defRPr>
            </a:lvl6pPr>
            <a:lvl7pPr algn="ctr">
              <a:defRPr sz="750" b="1">
                <a:solidFill>
                  <a:srgbClr val="1E5D78"/>
                </a:solidFill>
              </a:defRPr>
            </a:lvl7pPr>
            <a:lvl8pPr algn="ctr">
              <a:defRPr sz="750" b="1">
                <a:solidFill>
                  <a:srgbClr val="1E5D78"/>
                </a:solidFill>
              </a:defRPr>
            </a:lvl8pPr>
            <a:lvl9pPr algn="ctr">
              <a:defRPr sz="750" b="1">
                <a:solidFill>
                  <a:srgbClr val="1E5D78"/>
                </a:solidFill>
              </a:defRPr>
            </a:lvl9pPr>
          </a:lstStyle>
          <a:p xmlns:a="http://schemas.openxmlformats.org/drawingml/2006/main">
            <a:pPr algn="ctr">
              <a:defRPr sz="750" b="1">
                <a:solidFill>
                  <a:srgbClr val="1E5D78"/>
                </a:solidFill>
              </a:defRPr>
            </a:pPr>
            <a:r>
              <a:rPr sz="750" b="1">
                <a:solidFill>
                  <a:srgbClr val="1E5D78"/>
                </a:solidFill>
              </a:rPr>
              <a:t>▼</a:t>
            </a:r>
          </a:p>
        </p:txBody>
      </p:sp>
      <p:sp>
        <p:nvSpPr>
          <p:cNvPr id="28" name="">
            <a:extLst xmlns:a="http://schemas.openxmlformats.org/drawingml/2006/main">
              <a:ext uri="{FF2B5EF4-FFF2-40B4-BE49-F238E27FC236}">
                <a16:creationId xmlns:a16="http://schemas.microsoft.com/office/drawing/2014/main" id="{5A4EB97B-88B6-424E-9CCB-82CA43A277DB}"/>
              </a:ext>
            </a:extLst>
          </p:cNvPr>
          <p:cNvSpPr>
            <a:spLocks xmlns:a="http://schemas.openxmlformats.org/drawingml/2006/main" noGrp="1"/>
          </p:cNvSpPr>
          <p:nvPr/>
        </p:nvSpPr>
        <p:spPr>
          <a:xfrm xmlns:a="http://schemas.openxmlformats.org/drawingml/2006/main">
            <a:off x="6800850" y="3714750"/>
            <a:ext cx="4095750" cy="514350"/>
          </a:xfrm>
          <a:prstGeom xmlns:a="http://schemas.openxmlformats.org/drawingml/2006/main" prst="roundRect">
            <a:avLst>
              <a:gd name="adj" fmla="val 14815"/>
            </a:avLst>
          </a:prstGeom>
          <a:solidFill xmlns:a="http://schemas.openxmlformats.org/drawingml/2006/main">
            <a:srgbClr val="FFFDFC"/>
          </a:solidFill>
          <a:ln xmlns:a="http://schemas.openxmlformats.org/drawingml/2006/main" w="9525">
            <a:solidFill>
              <a:srgbClr val="D8D3CA"/>
            </a:solidFill>
            <a:prstDash val="solid"/>
          </a:ln>
        </p:spPr>
      </p:sp>
      <p:sp>
        <p:nvSpPr>
          <p:cNvPr id="29" name="">
            <a:extLst xmlns:a="http://schemas.openxmlformats.org/drawingml/2006/main">
              <a:ext uri="{FF2B5EF4-FFF2-40B4-BE49-F238E27FC236}">
                <a16:creationId xmlns:a16="http://schemas.microsoft.com/office/drawing/2014/main" id="{F5FD78A9-8540-4E1A-B8B1-A3F6037D3590}"/>
              </a:ext>
            </a:extLst>
          </p:cNvPr>
          <p:cNvSpPr>
            <a:spLocks xmlns:a="http://schemas.openxmlformats.org/drawingml/2006/main" noGrp="1"/>
          </p:cNvSpPr>
          <p:nvPr/>
        </p:nvSpPr>
        <p:spPr>
          <a:xfrm xmlns:a="http://schemas.openxmlformats.org/drawingml/2006/main">
            <a:off x="6934200" y="3781425"/>
            <a:ext cx="361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350" b="1">
                <a:solidFill>
                  <a:srgbClr val="1E5D78"/>
                </a:solidFill>
              </a:defRPr>
            </a:defPPr>
            <a:lvl1pPr algn="ctr">
              <a:defRPr sz="1350" b="1">
                <a:solidFill>
                  <a:srgbClr val="1E5D78"/>
                </a:solidFill>
              </a:defRPr>
            </a:lvl1pPr>
            <a:lvl2pPr algn="ctr">
              <a:defRPr sz="1350" b="1">
                <a:solidFill>
                  <a:srgbClr val="1E5D78"/>
                </a:solidFill>
              </a:defRPr>
            </a:lvl2pPr>
            <a:lvl3pPr algn="ctr">
              <a:defRPr sz="1350" b="1">
                <a:solidFill>
                  <a:srgbClr val="1E5D78"/>
                </a:solidFill>
              </a:defRPr>
            </a:lvl3pPr>
            <a:lvl4pPr algn="ctr">
              <a:defRPr sz="1350" b="1">
                <a:solidFill>
                  <a:srgbClr val="1E5D78"/>
                </a:solidFill>
              </a:defRPr>
            </a:lvl4pPr>
            <a:lvl5pPr algn="ctr">
              <a:defRPr sz="1350" b="1">
                <a:solidFill>
                  <a:srgbClr val="1E5D78"/>
                </a:solidFill>
              </a:defRPr>
            </a:lvl5pPr>
            <a:lvl6pPr algn="ctr">
              <a:defRPr sz="1350" b="1">
                <a:solidFill>
                  <a:srgbClr val="1E5D78"/>
                </a:solidFill>
              </a:defRPr>
            </a:lvl6pPr>
            <a:lvl7pPr algn="ctr">
              <a:defRPr sz="1350" b="1">
                <a:solidFill>
                  <a:srgbClr val="1E5D78"/>
                </a:solidFill>
              </a:defRPr>
            </a:lvl7pPr>
            <a:lvl8pPr algn="ctr">
              <a:defRPr sz="1350" b="1">
                <a:solidFill>
                  <a:srgbClr val="1E5D78"/>
                </a:solidFill>
              </a:defRPr>
            </a:lvl8pPr>
            <a:lvl9pPr algn="ctr">
              <a:defRPr sz="1350" b="1">
                <a:solidFill>
                  <a:srgbClr val="1E5D78"/>
                </a:solidFill>
              </a:defRPr>
            </a:lvl9pPr>
          </a:lstStyle>
          <a:p xmlns:a="http://schemas.openxmlformats.org/drawingml/2006/main">
            <a:pPr algn="ctr">
              <a:defRPr sz="1350" b="1">
                <a:solidFill>
                  <a:srgbClr val="1E5D78"/>
                </a:solidFill>
              </a:defRPr>
            </a:pPr>
            <a:r>
              <a:rPr sz="1350" b="1">
                <a:solidFill>
                  <a:srgbClr val="1E5D78"/>
                </a:solidFill>
              </a:rPr>
              <a:t>2</a:t>
            </a:r>
          </a:p>
        </p:txBody>
      </p:sp>
      <p:sp>
        <p:nvSpPr>
          <p:cNvPr id="30" name="">
            <a:extLst xmlns:a="http://schemas.openxmlformats.org/drawingml/2006/main">
              <a:ext uri="{FF2B5EF4-FFF2-40B4-BE49-F238E27FC236}">
                <a16:creationId xmlns:a16="http://schemas.microsoft.com/office/drawing/2014/main" id="{B82B7490-F900-43A7-8444-6AED3ED4CA16}"/>
              </a:ext>
            </a:extLst>
          </p:cNvPr>
          <p:cNvSpPr>
            <a:spLocks xmlns:a="http://schemas.openxmlformats.org/drawingml/2006/main" noGrp="1"/>
          </p:cNvSpPr>
          <p:nvPr/>
        </p:nvSpPr>
        <p:spPr>
          <a:xfrm xmlns:a="http://schemas.openxmlformats.org/drawingml/2006/main">
            <a:off x="7372350" y="3781425"/>
            <a:ext cx="3333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425" b="1">
                <a:solidFill>
                  <a:srgbClr val="2C3E50"/>
                </a:solidFill>
              </a:defRPr>
            </a:defPPr>
            <a:lvl1pPr algn="l">
              <a:defRPr sz="1425" b="1">
                <a:solidFill>
                  <a:srgbClr val="2C3E50"/>
                </a:solidFill>
              </a:defRPr>
            </a:lvl1pPr>
            <a:lvl2pPr algn="l">
              <a:defRPr sz="1425" b="1">
                <a:solidFill>
                  <a:srgbClr val="2C3E50"/>
                </a:solidFill>
              </a:defRPr>
            </a:lvl2pPr>
            <a:lvl3pPr algn="l">
              <a:defRPr sz="1425" b="1">
                <a:solidFill>
                  <a:srgbClr val="2C3E50"/>
                </a:solidFill>
              </a:defRPr>
            </a:lvl3pPr>
            <a:lvl4pPr algn="l">
              <a:defRPr sz="1425" b="1">
                <a:solidFill>
                  <a:srgbClr val="2C3E50"/>
                </a:solidFill>
              </a:defRPr>
            </a:lvl4pPr>
            <a:lvl5pPr algn="l">
              <a:defRPr sz="1425" b="1">
                <a:solidFill>
                  <a:srgbClr val="2C3E50"/>
                </a:solidFill>
              </a:defRPr>
            </a:lvl5pPr>
            <a:lvl6pPr algn="l">
              <a:defRPr sz="1425" b="1">
                <a:solidFill>
                  <a:srgbClr val="2C3E50"/>
                </a:solidFill>
              </a:defRPr>
            </a:lvl6pPr>
            <a:lvl7pPr algn="l">
              <a:defRPr sz="1425" b="1">
                <a:solidFill>
                  <a:srgbClr val="2C3E50"/>
                </a:solidFill>
              </a:defRPr>
            </a:lvl7pPr>
            <a:lvl8pPr algn="l">
              <a:defRPr sz="1425" b="1">
                <a:solidFill>
                  <a:srgbClr val="2C3E50"/>
                </a:solidFill>
              </a:defRPr>
            </a:lvl8pPr>
            <a:lvl9pPr algn="l">
              <a:defRPr sz="1425" b="1">
                <a:solidFill>
                  <a:srgbClr val="2C3E50"/>
                </a:solidFill>
              </a:defRPr>
            </a:lvl9pPr>
          </a:lstStyle>
          <a:p xmlns:a="http://schemas.openxmlformats.org/drawingml/2006/main">
            <a:pPr algn="l">
              <a:defRPr sz="1425" b="1">
                <a:solidFill>
                  <a:srgbClr val="2C3E50"/>
                </a:solidFill>
              </a:defRPr>
            </a:pPr>
            <a:r>
              <a:rPr sz="1425" b="1">
                <a:solidFill>
                  <a:srgbClr val="2C3E50"/>
                </a:solidFill>
              </a:rPr>
              <a:t>Run the same safety check</a:t>
            </a:r>
          </a:p>
        </p:txBody>
      </p:sp>
      <p:sp>
        <p:nvSpPr>
          <p:cNvPr id="31" name="">
            <a:extLst xmlns:a="http://schemas.openxmlformats.org/drawingml/2006/main">
              <a:ext uri="{FF2B5EF4-FFF2-40B4-BE49-F238E27FC236}">
                <a16:creationId xmlns:a16="http://schemas.microsoft.com/office/drawing/2014/main" id="{4F13EF00-F48C-4177-A9A1-CAC9D73C6427}"/>
              </a:ext>
            </a:extLst>
          </p:cNvPr>
          <p:cNvSpPr>
            <a:spLocks xmlns:a="http://schemas.openxmlformats.org/drawingml/2006/main" noGrp="1"/>
          </p:cNvSpPr>
          <p:nvPr/>
        </p:nvSpPr>
        <p:spPr>
          <a:xfrm xmlns:a="http://schemas.openxmlformats.org/drawingml/2006/main">
            <a:off x="8839200" y="4229100"/>
            <a:ext cx="19050" cy="123825"/>
          </a:xfrm>
          <a:prstGeom xmlns:a="http://schemas.openxmlformats.org/drawingml/2006/main" prst="rect">
            <a:avLst/>
          </a:prstGeom>
          <a:solidFill xmlns:a="http://schemas.openxmlformats.org/drawingml/2006/main">
            <a:srgbClr val="1E5D78"/>
          </a:solidFill>
          <a:ln xmlns:a="http://schemas.openxmlformats.org/drawingml/2006/main" w="0">
            <a:noFill/>
          </a:ln>
        </p:spPr>
      </p:sp>
      <p:sp>
        <p:nvSpPr>
          <p:cNvPr id="32" name="">
            <a:extLst xmlns:a="http://schemas.openxmlformats.org/drawingml/2006/main">
              <a:ext uri="{FF2B5EF4-FFF2-40B4-BE49-F238E27FC236}">
                <a16:creationId xmlns:a16="http://schemas.microsoft.com/office/drawing/2014/main" id="{DA68F159-7417-43C4-8C73-86D2C3E5A2AF}"/>
              </a:ext>
            </a:extLst>
          </p:cNvPr>
          <p:cNvSpPr>
            <a:spLocks xmlns:a="http://schemas.openxmlformats.org/drawingml/2006/main" noGrp="1"/>
          </p:cNvSpPr>
          <p:nvPr/>
        </p:nvSpPr>
        <p:spPr>
          <a:xfrm xmlns:a="http://schemas.openxmlformats.org/drawingml/2006/main">
            <a:off x="8743950" y="4295775"/>
            <a:ext cx="2095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750" b="1">
                <a:solidFill>
                  <a:srgbClr val="1E5D78"/>
                </a:solidFill>
              </a:defRPr>
            </a:defPPr>
            <a:lvl1pPr algn="ctr">
              <a:defRPr sz="750" b="1">
                <a:solidFill>
                  <a:srgbClr val="1E5D78"/>
                </a:solidFill>
              </a:defRPr>
            </a:lvl1pPr>
            <a:lvl2pPr algn="ctr">
              <a:defRPr sz="750" b="1">
                <a:solidFill>
                  <a:srgbClr val="1E5D78"/>
                </a:solidFill>
              </a:defRPr>
            </a:lvl2pPr>
            <a:lvl3pPr algn="ctr">
              <a:defRPr sz="750" b="1">
                <a:solidFill>
                  <a:srgbClr val="1E5D78"/>
                </a:solidFill>
              </a:defRPr>
            </a:lvl3pPr>
            <a:lvl4pPr algn="ctr">
              <a:defRPr sz="750" b="1">
                <a:solidFill>
                  <a:srgbClr val="1E5D78"/>
                </a:solidFill>
              </a:defRPr>
            </a:lvl4pPr>
            <a:lvl5pPr algn="ctr">
              <a:defRPr sz="750" b="1">
                <a:solidFill>
                  <a:srgbClr val="1E5D78"/>
                </a:solidFill>
              </a:defRPr>
            </a:lvl5pPr>
            <a:lvl6pPr algn="ctr">
              <a:defRPr sz="750" b="1">
                <a:solidFill>
                  <a:srgbClr val="1E5D78"/>
                </a:solidFill>
              </a:defRPr>
            </a:lvl6pPr>
            <a:lvl7pPr algn="ctr">
              <a:defRPr sz="750" b="1">
                <a:solidFill>
                  <a:srgbClr val="1E5D78"/>
                </a:solidFill>
              </a:defRPr>
            </a:lvl7pPr>
            <a:lvl8pPr algn="ctr">
              <a:defRPr sz="750" b="1">
                <a:solidFill>
                  <a:srgbClr val="1E5D78"/>
                </a:solidFill>
              </a:defRPr>
            </a:lvl8pPr>
            <a:lvl9pPr algn="ctr">
              <a:defRPr sz="750" b="1">
                <a:solidFill>
                  <a:srgbClr val="1E5D78"/>
                </a:solidFill>
              </a:defRPr>
            </a:lvl9pPr>
          </a:lstStyle>
          <a:p xmlns:a="http://schemas.openxmlformats.org/drawingml/2006/main">
            <a:pPr algn="ctr">
              <a:defRPr sz="750" b="1">
                <a:solidFill>
                  <a:srgbClr val="1E5D78"/>
                </a:solidFill>
              </a:defRPr>
            </a:pPr>
            <a:r>
              <a:rPr sz="750" b="1">
                <a:solidFill>
                  <a:srgbClr val="1E5D78"/>
                </a:solidFill>
              </a:rPr>
              <a:t>▼</a:t>
            </a:r>
          </a:p>
        </p:txBody>
      </p:sp>
      <p:sp>
        <p:nvSpPr>
          <p:cNvPr id="33" name="">
            <a:extLst xmlns:a="http://schemas.openxmlformats.org/drawingml/2006/main">
              <a:ext uri="{FF2B5EF4-FFF2-40B4-BE49-F238E27FC236}">
                <a16:creationId xmlns:a16="http://schemas.microsoft.com/office/drawing/2014/main" id="{43C6203B-28E2-40B8-9537-B7F59A925960}"/>
              </a:ext>
            </a:extLst>
          </p:cNvPr>
          <p:cNvSpPr>
            <a:spLocks xmlns:a="http://schemas.openxmlformats.org/drawingml/2006/main" noGrp="1"/>
          </p:cNvSpPr>
          <p:nvPr/>
        </p:nvSpPr>
        <p:spPr>
          <a:xfrm xmlns:a="http://schemas.openxmlformats.org/drawingml/2006/main">
            <a:off x="6800850" y="4400550"/>
            <a:ext cx="4095750" cy="514350"/>
          </a:xfrm>
          <a:prstGeom xmlns:a="http://schemas.openxmlformats.org/drawingml/2006/main" prst="roundRect">
            <a:avLst>
              <a:gd name="adj" fmla="val 14815"/>
            </a:avLst>
          </a:prstGeom>
          <a:solidFill xmlns:a="http://schemas.openxmlformats.org/drawingml/2006/main">
            <a:srgbClr val="FFFDFC"/>
          </a:solidFill>
          <a:ln xmlns:a="http://schemas.openxmlformats.org/drawingml/2006/main" w="9525">
            <a:solidFill>
              <a:srgbClr val="D8D3CA"/>
            </a:solidFill>
            <a:prstDash val="solid"/>
          </a:ln>
        </p:spPr>
      </p:sp>
      <p:sp>
        <p:nvSpPr>
          <p:cNvPr id="34" name="">
            <a:extLst xmlns:a="http://schemas.openxmlformats.org/drawingml/2006/main">
              <a:ext uri="{FF2B5EF4-FFF2-40B4-BE49-F238E27FC236}">
                <a16:creationId xmlns:a16="http://schemas.microsoft.com/office/drawing/2014/main" id="{9E6AA407-58D6-4BBE-8FC4-BA9B63839E59}"/>
              </a:ext>
            </a:extLst>
          </p:cNvPr>
          <p:cNvSpPr>
            <a:spLocks xmlns:a="http://schemas.openxmlformats.org/drawingml/2006/main" noGrp="1"/>
          </p:cNvSpPr>
          <p:nvPr/>
        </p:nvSpPr>
        <p:spPr>
          <a:xfrm xmlns:a="http://schemas.openxmlformats.org/drawingml/2006/main">
            <a:off x="6934200" y="4467225"/>
            <a:ext cx="361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350" b="1">
                <a:solidFill>
                  <a:srgbClr val="1E5D78"/>
                </a:solidFill>
              </a:defRPr>
            </a:defPPr>
            <a:lvl1pPr algn="ctr">
              <a:defRPr sz="1350" b="1">
                <a:solidFill>
                  <a:srgbClr val="1E5D78"/>
                </a:solidFill>
              </a:defRPr>
            </a:lvl1pPr>
            <a:lvl2pPr algn="ctr">
              <a:defRPr sz="1350" b="1">
                <a:solidFill>
                  <a:srgbClr val="1E5D78"/>
                </a:solidFill>
              </a:defRPr>
            </a:lvl2pPr>
            <a:lvl3pPr algn="ctr">
              <a:defRPr sz="1350" b="1">
                <a:solidFill>
                  <a:srgbClr val="1E5D78"/>
                </a:solidFill>
              </a:defRPr>
            </a:lvl3pPr>
            <a:lvl4pPr algn="ctr">
              <a:defRPr sz="1350" b="1">
                <a:solidFill>
                  <a:srgbClr val="1E5D78"/>
                </a:solidFill>
              </a:defRPr>
            </a:lvl4pPr>
            <a:lvl5pPr algn="ctr">
              <a:defRPr sz="1350" b="1">
                <a:solidFill>
                  <a:srgbClr val="1E5D78"/>
                </a:solidFill>
              </a:defRPr>
            </a:lvl5pPr>
            <a:lvl6pPr algn="ctr">
              <a:defRPr sz="1350" b="1">
                <a:solidFill>
                  <a:srgbClr val="1E5D78"/>
                </a:solidFill>
              </a:defRPr>
            </a:lvl6pPr>
            <a:lvl7pPr algn="ctr">
              <a:defRPr sz="1350" b="1">
                <a:solidFill>
                  <a:srgbClr val="1E5D78"/>
                </a:solidFill>
              </a:defRPr>
            </a:lvl7pPr>
            <a:lvl8pPr algn="ctr">
              <a:defRPr sz="1350" b="1">
                <a:solidFill>
                  <a:srgbClr val="1E5D78"/>
                </a:solidFill>
              </a:defRPr>
            </a:lvl8pPr>
            <a:lvl9pPr algn="ctr">
              <a:defRPr sz="1350" b="1">
                <a:solidFill>
                  <a:srgbClr val="1E5D78"/>
                </a:solidFill>
              </a:defRPr>
            </a:lvl9pPr>
          </a:lstStyle>
          <a:p xmlns:a="http://schemas.openxmlformats.org/drawingml/2006/main">
            <a:pPr algn="ctr">
              <a:defRPr sz="1350" b="1">
                <a:solidFill>
                  <a:srgbClr val="1E5D78"/>
                </a:solidFill>
              </a:defRPr>
            </a:pPr>
            <a:r>
              <a:rPr sz="1350" b="1">
                <a:solidFill>
                  <a:srgbClr val="1E5D78"/>
                </a:solidFill>
              </a:rPr>
              <a:t>3</a:t>
            </a:r>
          </a:p>
        </p:txBody>
      </p:sp>
      <p:sp>
        <p:nvSpPr>
          <p:cNvPr id="35" name="">
            <a:extLst xmlns:a="http://schemas.openxmlformats.org/drawingml/2006/main">
              <a:ext uri="{FF2B5EF4-FFF2-40B4-BE49-F238E27FC236}">
                <a16:creationId xmlns:a16="http://schemas.microsoft.com/office/drawing/2014/main" id="{0FEAE1B5-FBFE-47C8-B965-A28E7AAB5566}"/>
              </a:ext>
            </a:extLst>
          </p:cNvPr>
          <p:cNvSpPr>
            <a:spLocks xmlns:a="http://schemas.openxmlformats.org/drawingml/2006/main" noGrp="1"/>
          </p:cNvSpPr>
          <p:nvPr/>
        </p:nvSpPr>
        <p:spPr>
          <a:xfrm xmlns:a="http://schemas.openxmlformats.org/drawingml/2006/main">
            <a:off x="7372350" y="4467225"/>
            <a:ext cx="3333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425" b="1">
                <a:solidFill>
                  <a:srgbClr val="2C3E50"/>
                </a:solidFill>
              </a:defRPr>
            </a:defPPr>
            <a:lvl1pPr algn="l">
              <a:defRPr sz="1425" b="1">
                <a:solidFill>
                  <a:srgbClr val="2C3E50"/>
                </a:solidFill>
              </a:defRPr>
            </a:lvl1pPr>
            <a:lvl2pPr algn="l">
              <a:defRPr sz="1425" b="1">
                <a:solidFill>
                  <a:srgbClr val="2C3E50"/>
                </a:solidFill>
              </a:defRPr>
            </a:lvl2pPr>
            <a:lvl3pPr algn="l">
              <a:defRPr sz="1425" b="1">
                <a:solidFill>
                  <a:srgbClr val="2C3E50"/>
                </a:solidFill>
              </a:defRPr>
            </a:lvl3pPr>
            <a:lvl4pPr algn="l">
              <a:defRPr sz="1425" b="1">
                <a:solidFill>
                  <a:srgbClr val="2C3E50"/>
                </a:solidFill>
              </a:defRPr>
            </a:lvl4pPr>
            <a:lvl5pPr algn="l">
              <a:defRPr sz="1425" b="1">
                <a:solidFill>
                  <a:srgbClr val="2C3E50"/>
                </a:solidFill>
              </a:defRPr>
            </a:lvl5pPr>
            <a:lvl6pPr algn="l">
              <a:defRPr sz="1425" b="1">
                <a:solidFill>
                  <a:srgbClr val="2C3E50"/>
                </a:solidFill>
              </a:defRPr>
            </a:lvl6pPr>
            <a:lvl7pPr algn="l">
              <a:defRPr sz="1425" b="1">
                <a:solidFill>
                  <a:srgbClr val="2C3E50"/>
                </a:solidFill>
              </a:defRPr>
            </a:lvl7pPr>
            <a:lvl8pPr algn="l">
              <a:defRPr sz="1425" b="1">
                <a:solidFill>
                  <a:srgbClr val="2C3E50"/>
                </a:solidFill>
              </a:defRPr>
            </a:lvl8pPr>
            <a:lvl9pPr algn="l">
              <a:defRPr sz="1425" b="1">
                <a:solidFill>
                  <a:srgbClr val="2C3E50"/>
                </a:solidFill>
              </a:defRPr>
            </a:lvl9pPr>
          </a:lstStyle>
          <a:p xmlns:a="http://schemas.openxmlformats.org/drawingml/2006/main">
            <a:pPr algn="l">
              <a:defRPr sz="1425" b="1">
                <a:solidFill>
                  <a:srgbClr val="2C3E50"/>
                </a:solidFill>
              </a:defRPr>
            </a:pPr>
            <a:r>
              <a:rPr sz="1425" b="1">
                <a:solidFill>
                  <a:srgbClr val="2C3E50"/>
                </a:solidFill>
              </a:rPr>
              <a:t>Track trends and share summaries</a:t>
            </a:r>
          </a:p>
        </p:txBody>
      </p:sp>
      <p:sp>
        <p:nvSpPr>
          <p:cNvPr id="36" name="">
            <a:extLst xmlns:a="http://schemas.openxmlformats.org/drawingml/2006/main">
              <a:ext uri="{FF2B5EF4-FFF2-40B4-BE49-F238E27FC236}">
                <a16:creationId xmlns:a16="http://schemas.microsoft.com/office/drawing/2014/main" id="{C83F1437-35BF-4638-A1A3-9960CEC229E6}"/>
              </a:ext>
            </a:extLst>
          </p:cNvPr>
          <p:cNvSpPr>
            <a:spLocks xmlns:a="http://schemas.openxmlformats.org/drawingml/2006/main" noGrp="1"/>
          </p:cNvSpPr>
          <p:nvPr/>
        </p:nvSpPr>
        <p:spPr>
          <a:xfrm xmlns:a="http://schemas.openxmlformats.org/drawingml/2006/main">
            <a:off x="857250" y="5219700"/>
            <a:ext cx="10458450" cy="19050"/>
          </a:xfrm>
          <a:prstGeom xmlns:a="http://schemas.openxmlformats.org/drawingml/2006/main" prst="rect">
            <a:avLst/>
          </a:prstGeom>
          <a:solidFill xmlns:a="http://schemas.openxmlformats.org/drawingml/2006/main">
            <a:srgbClr val="D8D3CA"/>
          </a:solidFill>
          <a:ln xmlns:a="http://schemas.openxmlformats.org/drawingml/2006/main" w="0">
            <a:noFill/>
          </a:ln>
        </p:spPr>
      </p:sp>
      <p:sp>
        <p:nvSpPr>
          <p:cNvPr id="37" name="">
            <a:extLst xmlns:a="http://schemas.openxmlformats.org/drawingml/2006/main">
              <a:ext uri="{FF2B5EF4-FFF2-40B4-BE49-F238E27FC236}">
                <a16:creationId xmlns:a16="http://schemas.microsoft.com/office/drawing/2014/main" id="{5F6FD5CB-71AA-490B-8E97-DD989162F3EB}"/>
              </a:ext>
            </a:extLst>
          </p:cNvPr>
          <p:cNvSpPr>
            <a:spLocks xmlns:a="http://schemas.openxmlformats.org/drawingml/2006/main" noGrp="1"/>
          </p:cNvSpPr>
          <p:nvPr/>
        </p:nvSpPr>
        <p:spPr>
          <a:xfrm xmlns:a="http://schemas.openxmlformats.org/drawingml/2006/main">
            <a:off x="2381250" y="5314950"/>
            <a:ext cx="7429500" cy="552450"/>
          </a:xfrm>
          <a:prstGeom xmlns:a="http://schemas.openxmlformats.org/drawingml/2006/main" prst="roundRect">
            <a:avLst>
              <a:gd name="adj" fmla="val 13793"/>
            </a:avLst>
          </a:prstGeom>
          <a:solidFill xmlns:a="http://schemas.openxmlformats.org/drawingml/2006/main">
            <a:srgbClr val="E3EEF1"/>
          </a:solidFill>
          <a:ln xmlns:a="http://schemas.openxmlformats.org/drawingml/2006/main" w="9525">
            <a:solidFill>
              <a:srgbClr val="1E5D78"/>
            </a:solidFill>
            <a:prstDash val="solid"/>
          </a:ln>
        </p:spPr>
      </p:sp>
      <p:sp>
        <p:nvSpPr>
          <p:cNvPr id="38" name="">
            <a:extLst xmlns:a="http://schemas.openxmlformats.org/drawingml/2006/main">
              <a:ext uri="{FF2B5EF4-FFF2-40B4-BE49-F238E27FC236}">
                <a16:creationId xmlns:a16="http://schemas.microsoft.com/office/drawing/2014/main" id="{A6DB43A4-B300-4590-A868-1F3591C2F8E2}"/>
              </a:ext>
            </a:extLst>
          </p:cNvPr>
          <p:cNvSpPr>
            <a:spLocks xmlns:a="http://schemas.openxmlformats.org/drawingml/2006/main" noGrp="1"/>
          </p:cNvSpPr>
          <p:nvPr/>
        </p:nvSpPr>
        <p:spPr>
          <a:xfrm xmlns:a="http://schemas.openxmlformats.org/drawingml/2006/main">
            <a:off x="2571750" y="5410200"/>
            <a:ext cx="7048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350" b="1">
                <a:solidFill>
                  <a:srgbClr val="1E5D78"/>
                </a:solidFill>
              </a:defRPr>
            </a:defPPr>
            <a:lvl1pPr algn="ctr">
              <a:defRPr sz="1350" b="1">
                <a:solidFill>
                  <a:srgbClr val="1E5D78"/>
                </a:solidFill>
              </a:defRPr>
            </a:lvl1pPr>
            <a:lvl2pPr algn="ctr">
              <a:defRPr sz="1350" b="1">
                <a:solidFill>
                  <a:srgbClr val="1E5D78"/>
                </a:solidFill>
              </a:defRPr>
            </a:lvl2pPr>
            <a:lvl3pPr algn="ctr">
              <a:defRPr sz="1350" b="1">
                <a:solidFill>
                  <a:srgbClr val="1E5D78"/>
                </a:solidFill>
              </a:defRPr>
            </a:lvl3pPr>
            <a:lvl4pPr algn="ctr">
              <a:defRPr sz="1350" b="1">
                <a:solidFill>
                  <a:srgbClr val="1E5D78"/>
                </a:solidFill>
              </a:defRPr>
            </a:lvl4pPr>
            <a:lvl5pPr algn="ctr">
              <a:defRPr sz="1350" b="1">
                <a:solidFill>
                  <a:srgbClr val="1E5D78"/>
                </a:solidFill>
              </a:defRPr>
            </a:lvl5pPr>
            <a:lvl6pPr algn="ctr">
              <a:defRPr sz="1350" b="1">
                <a:solidFill>
                  <a:srgbClr val="1E5D78"/>
                </a:solidFill>
              </a:defRPr>
            </a:lvl6pPr>
            <a:lvl7pPr algn="ctr">
              <a:defRPr sz="1350" b="1">
                <a:solidFill>
                  <a:srgbClr val="1E5D78"/>
                </a:solidFill>
              </a:defRPr>
            </a:lvl7pPr>
            <a:lvl8pPr algn="ctr">
              <a:defRPr sz="1350" b="1">
                <a:solidFill>
                  <a:srgbClr val="1E5D78"/>
                </a:solidFill>
              </a:defRPr>
            </a:lvl8pPr>
            <a:lvl9pPr algn="ctr">
              <a:defRPr sz="1350" b="1">
                <a:solidFill>
                  <a:srgbClr val="1E5D78"/>
                </a:solidFill>
              </a:defRPr>
            </a:lvl9pPr>
          </a:lstStyle>
          <a:p xmlns:a="http://schemas.openxmlformats.org/drawingml/2006/main">
            <a:pPr algn="ctr">
              <a:defRPr sz="1350" b="1">
                <a:solidFill>
                  <a:srgbClr val="1E5D78"/>
                </a:solidFill>
              </a:defRPr>
            </a:pPr>
            <a:r>
              <a:rPr sz="1350" b="1">
                <a:solidFill>
                  <a:srgbClr val="1E5D78"/>
                </a:solidFill>
              </a:rPr>
              <a:t>BOTH PATHS  →  photo review  →  validated hazards  →  follow-up questions  →  room score</a:t>
            </a:r>
          </a:p>
        </p:txBody>
      </p:sp>
    </p:spTree>
    <p:extLst>
      <p:ext uri="{BB962C8B-B14F-4D97-AF65-F5344CB8AC3E}">
        <p14:creationId xmlns:p14="http://schemas.microsoft.com/office/powerpoint/2010/main" val="325676174"/>
      </p:ext>
    </p:extLst>
  </p:cSld>
</p:sld>
</file>

<file path=ppt/slides/slide3.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45" name="">
            <a:extLst xmlns:a="http://schemas.openxmlformats.org/drawingml/2006/main">
              <a:ext uri="{FF2B5EF4-FFF2-40B4-BE49-F238E27FC236}">
                <a16:creationId xmlns:a16="http://schemas.microsoft.com/office/drawing/2014/main" id="{06638AE6-5CB6-4402-89D1-3289798B2013}"/>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1E5D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6E7FF05-D3E8-4577-BC41-425EC4CA33D3}"/>
              </a:ext>
            </a:extLst>
          </p:cNvPr>
          <p:cNvSpPr>
            <a:spLocks xmlns:a="http://schemas.openxmlformats.org/drawingml/2006/main" noGrp="1"/>
          </p:cNvSpPr>
          <p:nvPr/>
        </p:nvSpPr>
        <p:spPr>
          <a:xfrm xmlns:a="http://schemas.openxmlformats.org/drawingml/2006/main">
            <a:off x="628650" y="438150"/>
            <a:ext cx="109347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2700" b="1">
                <a:solidFill>
                  <a:srgbClr val="203247"/>
                </a:solidFill>
              </a:defRPr>
            </a:defPPr>
            <a:lvl1pPr algn="l">
              <a:defRPr sz="2700" b="1">
                <a:solidFill>
                  <a:srgbClr val="203247"/>
                </a:solidFill>
              </a:defRPr>
            </a:lvl1pPr>
            <a:lvl2pPr algn="l">
              <a:defRPr sz="2700" b="1">
                <a:solidFill>
                  <a:srgbClr val="203247"/>
                </a:solidFill>
              </a:defRPr>
            </a:lvl2pPr>
            <a:lvl3pPr algn="l">
              <a:defRPr sz="2700" b="1">
                <a:solidFill>
                  <a:srgbClr val="203247"/>
                </a:solidFill>
              </a:defRPr>
            </a:lvl3pPr>
            <a:lvl4pPr algn="l">
              <a:defRPr sz="2700" b="1">
                <a:solidFill>
                  <a:srgbClr val="203247"/>
                </a:solidFill>
              </a:defRPr>
            </a:lvl4pPr>
            <a:lvl5pPr algn="l">
              <a:defRPr sz="2700" b="1">
                <a:solidFill>
                  <a:srgbClr val="203247"/>
                </a:solidFill>
              </a:defRPr>
            </a:lvl5pPr>
            <a:lvl6pPr algn="l">
              <a:defRPr sz="2700" b="1">
                <a:solidFill>
                  <a:srgbClr val="203247"/>
                </a:solidFill>
              </a:defRPr>
            </a:lvl6pPr>
            <a:lvl7pPr algn="l">
              <a:defRPr sz="2700" b="1">
                <a:solidFill>
                  <a:srgbClr val="203247"/>
                </a:solidFill>
              </a:defRPr>
            </a:lvl7pPr>
            <a:lvl8pPr algn="l">
              <a:defRPr sz="2700" b="1">
                <a:solidFill>
                  <a:srgbClr val="203247"/>
                </a:solidFill>
              </a:defRPr>
            </a:lvl8pPr>
            <a:lvl9pPr algn="l">
              <a:defRPr sz="2700" b="1">
                <a:solidFill>
                  <a:srgbClr val="203247"/>
                </a:solidFill>
              </a:defRPr>
            </a:lvl9pPr>
          </a:lstStyle>
          <a:p xmlns:a="http://schemas.openxmlformats.org/drawingml/2006/main">
            <a:pPr algn="l">
              <a:defRPr sz="2700" b="1">
                <a:solidFill>
                  <a:srgbClr val="203247"/>
                </a:solidFill>
              </a:defRPr>
            </a:pPr>
            <a:r>
              <a:rPr sz="2700" b="1">
                <a:solidFill>
                  <a:srgbClr val="203247"/>
                </a:solidFill>
              </a:rPr>
              <a:t>The system and the problem I solved</a:t>
            </a:r>
          </a:p>
        </p:txBody>
      </p:sp>
      <p:sp>
        <p:nvSpPr>
          <p:cNvPr id="3" name="">
            <a:extLst xmlns:a="http://schemas.openxmlformats.org/drawingml/2006/main">
              <a:ext uri="{FF2B5EF4-FFF2-40B4-BE49-F238E27FC236}">
                <a16:creationId xmlns:a16="http://schemas.microsoft.com/office/drawing/2014/main" id="{7E6D8779-470C-469F-BA6C-1AAD58969E25}"/>
              </a:ext>
            </a:extLst>
          </p:cNvPr>
          <p:cNvSpPr>
            <a:spLocks xmlns:a="http://schemas.openxmlformats.org/drawingml/2006/main" noGrp="1"/>
          </p:cNvSpPr>
          <p:nvPr/>
        </p:nvSpPr>
        <p:spPr>
          <a:xfrm xmlns:a="http://schemas.openxmlformats.org/drawingml/2006/main">
            <a:off x="628650" y="971550"/>
            <a:ext cx="109347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425" b="0">
                <a:solidFill>
                  <a:srgbClr val="59677A"/>
                </a:solidFill>
              </a:defRPr>
            </a:defPPr>
            <a:lvl1pPr algn="l">
              <a:defRPr sz="1425" b="0">
                <a:solidFill>
                  <a:srgbClr val="59677A"/>
                </a:solidFill>
              </a:defRPr>
            </a:lvl1pPr>
            <a:lvl2pPr algn="l">
              <a:defRPr sz="1425" b="0">
                <a:solidFill>
                  <a:srgbClr val="59677A"/>
                </a:solidFill>
              </a:defRPr>
            </a:lvl2pPr>
            <a:lvl3pPr algn="l">
              <a:defRPr sz="1425" b="0">
                <a:solidFill>
                  <a:srgbClr val="59677A"/>
                </a:solidFill>
              </a:defRPr>
            </a:lvl3pPr>
            <a:lvl4pPr algn="l">
              <a:defRPr sz="1425" b="0">
                <a:solidFill>
                  <a:srgbClr val="59677A"/>
                </a:solidFill>
              </a:defRPr>
            </a:lvl4pPr>
            <a:lvl5pPr algn="l">
              <a:defRPr sz="1425" b="0">
                <a:solidFill>
                  <a:srgbClr val="59677A"/>
                </a:solidFill>
              </a:defRPr>
            </a:lvl5pPr>
            <a:lvl6pPr algn="l">
              <a:defRPr sz="1425" b="0">
                <a:solidFill>
                  <a:srgbClr val="59677A"/>
                </a:solidFill>
              </a:defRPr>
            </a:lvl6pPr>
            <a:lvl7pPr algn="l">
              <a:defRPr sz="1425" b="0">
                <a:solidFill>
                  <a:srgbClr val="59677A"/>
                </a:solidFill>
              </a:defRPr>
            </a:lvl7pPr>
            <a:lvl8pPr algn="l">
              <a:defRPr sz="1425" b="0">
                <a:solidFill>
                  <a:srgbClr val="59677A"/>
                </a:solidFill>
              </a:defRPr>
            </a:lvl8pPr>
            <a:lvl9pPr algn="l">
              <a:defRPr sz="1425" b="0">
                <a:solidFill>
                  <a:srgbClr val="59677A"/>
                </a:solidFill>
              </a:defRPr>
            </a:lvl9pPr>
          </a:lstStyle>
          <a:p xmlns:a="http://schemas.openxmlformats.org/drawingml/2006/main">
            <a:pPr algn="l">
              <a:defRPr sz="1425" b="0">
                <a:solidFill>
                  <a:srgbClr val="59677A"/>
                </a:solidFill>
              </a:defRPr>
            </a:pPr>
            <a:r>
              <a:rPr sz="1425" b="0">
                <a:solidFill>
                  <a:srgbClr val="59677A"/>
                </a:solidFill>
              </a:rPr>
              <a:t>Python rules keep an AI-assisted score explainable and consistent.</a:t>
            </a:r>
          </a:p>
        </p:txBody>
      </p:sp>
      <p:sp>
        <p:nvSpPr>
          <p:cNvPr id="4" name="">
            <a:extLst xmlns:a="http://schemas.openxmlformats.org/drawingml/2006/main">
              <a:ext uri="{FF2B5EF4-FFF2-40B4-BE49-F238E27FC236}">
                <a16:creationId xmlns:a16="http://schemas.microsoft.com/office/drawing/2014/main" id="{4669D214-DCBB-46DF-9420-770289A4E098}"/>
              </a:ext>
            </a:extLst>
          </p:cNvPr>
          <p:cNvSpPr>
            <a:spLocks xmlns:a="http://schemas.openxmlformats.org/drawingml/2006/main" noGrp="1"/>
          </p:cNvSpPr>
          <p:nvPr/>
        </p:nvSpPr>
        <p:spPr>
          <a:xfrm xmlns:a="http://schemas.openxmlformats.org/drawingml/2006/main">
            <a:off x="10858500" y="6429375"/>
            <a:ext cx="666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r">
              <a:defRPr sz="750" b="0">
                <a:solidFill>
                  <a:srgbClr val="7D817F"/>
                </a:solidFill>
              </a:defRPr>
            </a:defPPr>
            <a:lvl1pPr algn="r">
              <a:defRPr sz="750" b="0">
                <a:solidFill>
                  <a:srgbClr val="7D817F"/>
                </a:solidFill>
              </a:defRPr>
            </a:lvl1pPr>
            <a:lvl2pPr algn="r">
              <a:defRPr sz="750" b="0">
                <a:solidFill>
                  <a:srgbClr val="7D817F"/>
                </a:solidFill>
              </a:defRPr>
            </a:lvl2pPr>
            <a:lvl3pPr algn="r">
              <a:defRPr sz="750" b="0">
                <a:solidFill>
                  <a:srgbClr val="7D817F"/>
                </a:solidFill>
              </a:defRPr>
            </a:lvl3pPr>
            <a:lvl4pPr algn="r">
              <a:defRPr sz="750" b="0">
                <a:solidFill>
                  <a:srgbClr val="7D817F"/>
                </a:solidFill>
              </a:defRPr>
            </a:lvl4pPr>
            <a:lvl5pPr algn="r">
              <a:defRPr sz="750" b="0">
                <a:solidFill>
                  <a:srgbClr val="7D817F"/>
                </a:solidFill>
              </a:defRPr>
            </a:lvl5pPr>
            <a:lvl6pPr algn="r">
              <a:defRPr sz="750" b="0">
                <a:solidFill>
                  <a:srgbClr val="7D817F"/>
                </a:solidFill>
              </a:defRPr>
            </a:lvl6pPr>
            <a:lvl7pPr algn="r">
              <a:defRPr sz="750" b="0">
                <a:solidFill>
                  <a:srgbClr val="7D817F"/>
                </a:solidFill>
              </a:defRPr>
            </a:lvl7pPr>
            <a:lvl8pPr algn="r">
              <a:defRPr sz="750" b="0">
                <a:solidFill>
                  <a:srgbClr val="7D817F"/>
                </a:solidFill>
              </a:defRPr>
            </a:lvl8pPr>
            <a:lvl9pPr algn="r">
              <a:defRPr sz="750" b="0">
                <a:solidFill>
                  <a:srgbClr val="7D817F"/>
                </a:solidFill>
              </a:defRPr>
            </a:lvl9pPr>
          </a:lstStyle>
          <a:p xmlns:a="http://schemas.openxmlformats.org/drawingml/2006/main">
            <a:pPr algn="r">
              <a:defRPr sz="750" b="0">
                <a:solidFill>
                  <a:srgbClr val="7D817F"/>
                </a:solidFill>
              </a:defRPr>
            </a:pPr>
            <a:r>
              <a:rPr sz="750" b="0">
                <a:solidFill>
                  <a:srgbClr val="7D817F"/>
                </a:solidFill>
              </a:rPr>
              <a:t>3</a:t>
            </a:r>
          </a:p>
        </p:txBody>
      </p:sp>
      <p:sp>
        <p:nvSpPr>
          <p:cNvPr id="5" name="">
            <a:extLst xmlns:a="http://schemas.openxmlformats.org/drawingml/2006/main">
              <a:ext uri="{FF2B5EF4-FFF2-40B4-BE49-F238E27FC236}">
                <a16:creationId xmlns:a16="http://schemas.microsoft.com/office/drawing/2014/main" id="{5B53E251-E1C9-422D-ABE5-5132386D2806}"/>
              </a:ext>
            </a:extLst>
          </p:cNvPr>
          <p:cNvSpPr>
            <a:spLocks xmlns:a="http://schemas.openxmlformats.org/drawingml/2006/main" noGrp="1"/>
          </p:cNvSpPr>
          <p:nvPr/>
        </p:nvSpPr>
        <p:spPr>
          <a:xfrm xmlns:a="http://schemas.openxmlformats.org/drawingml/2006/main">
            <a:off x="476250" y="1695450"/>
            <a:ext cx="1657350" cy="1181100"/>
          </a:xfrm>
          <a:prstGeom xmlns:a="http://schemas.openxmlformats.org/drawingml/2006/main" prst="roundRect">
            <a:avLst>
              <a:gd name="adj" fmla="val 6452"/>
            </a:avLst>
          </a:prstGeom>
          <a:solidFill xmlns:a="http://schemas.openxmlformats.org/drawingml/2006/main">
            <a:srgbClr val="FFFDFC"/>
          </a:solidFill>
          <a:ln xmlns:a="http://schemas.openxmlformats.org/drawingml/2006/main" w="9525">
            <a:solidFill>
              <a:srgbClr val="D8D3CA"/>
            </a:solidFill>
            <a:prstDash val="solid"/>
          </a:ln>
        </p:spPr>
      </p:sp>
      <p:sp>
        <p:nvSpPr>
          <p:cNvPr id="6" name="">
            <a:extLst xmlns:a="http://schemas.openxmlformats.org/drawingml/2006/main">
              <a:ext uri="{FF2B5EF4-FFF2-40B4-BE49-F238E27FC236}">
                <a16:creationId xmlns:a16="http://schemas.microsoft.com/office/drawing/2014/main" id="{A45EEF56-A715-4D54-8A76-3D77548AC0EB}"/>
              </a:ext>
            </a:extLst>
          </p:cNvPr>
          <p:cNvSpPr>
            <a:spLocks xmlns:a="http://schemas.openxmlformats.org/drawingml/2006/main" noGrp="1"/>
          </p:cNvSpPr>
          <p:nvPr/>
        </p:nvSpPr>
        <p:spPr>
          <a:xfrm xmlns:a="http://schemas.openxmlformats.org/drawingml/2006/main">
            <a:off x="571500" y="1828800"/>
            <a:ext cx="1466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125" b="1">
                <a:solidFill>
                  <a:srgbClr val="1E5D78"/>
                </a:solidFill>
              </a:defRPr>
            </a:defPPr>
            <a:lvl1pPr algn="ctr">
              <a:defRPr sz="1125" b="1">
                <a:solidFill>
                  <a:srgbClr val="1E5D78"/>
                </a:solidFill>
              </a:defRPr>
            </a:lvl1pPr>
            <a:lvl2pPr algn="ctr">
              <a:defRPr sz="1125" b="1">
                <a:solidFill>
                  <a:srgbClr val="1E5D78"/>
                </a:solidFill>
              </a:defRPr>
            </a:lvl2pPr>
            <a:lvl3pPr algn="ctr">
              <a:defRPr sz="1125" b="1">
                <a:solidFill>
                  <a:srgbClr val="1E5D78"/>
                </a:solidFill>
              </a:defRPr>
            </a:lvl3pPr>
            <a:lvl4pPr algn="ctr">
              <a:defRPr sz="1125" b="1">
                <a:solidFill>
                  <a:srgbClr val="1E5D78"/>
                </a:solidFill>
              </a:defRPr>
            </a:lvl4pPr>
            <a:lvl5pPr algn="ctr">
              <a:defRPr sz="1125" b="1">
                <a:solidFill>
                  <a:srgbClr val="1E5D78"/>
                </a:solidFill>
              </a:defRPr>
            </a:lvl5pPr>
            <a:lvl6pPr algn="ctr">
              <a:defRPr sz="1125" b="1">
                <a:solidFill>
                  <a:srgbClr val="1E5D78"/>
                </a:solidFill>
              </a:defRPr>
            </a:lvl6pPr>
            <a:lvl7pPr algn="ctr">
              <a:defRPr sz="1125" b="1">
                <a:solidFill>
                  <a:srgbClr val="1E5D78"/>
                </a:solidFill>
              </a:defRPr>
            </a:lvl7pPr>
            <a:lvl8pPr algn="ctr">
              <a:defRPr sz="1125" b="1">
                <a:solidFill>
                  <a:srgbClr val="1E5D78"/>
                </a:solidFill>
              </a:defRPr>
            </a:lvl8pPr>
            <a:lvl9pPr algn="ctr">
              <a:defRPr sz="1125" b="1">
                <a:solidFill>
                  <a:srgbClr val="1E5D78"/>
                </a:solidFill>
              </a:defRPr>
            </a:lvl9pPr>
          </a:lstStyle>
          <a:p xmlns:a="http://schemas.openxmlformats.org/drawingml/2006/main">
            <a:pPr algn="ctr">
              <a:defRPr sz="1125" b="1">
                <a:solidFill>
                  <a:srgbClr val="1E5D78"/>
                </a:solidFill>
              </a:defRPr>
            </a:pPr>
            <a:r>
              <a:rPr sz="1125" b="1">
                <a:solidFill>
                  <a:srgbClr val="1E5D78"/>
                </a:solidFill>
              </a:rPr>
              <a:t>STREAMLIT</a:t>
            </a:r>
          </a:p>
        </p:txBody>
      </p:sp>
      <p:sp>
        <p:nvSpPr>
          <p:cNvPr id="7" name="">
            <a:extLst xmlns:a="http://schemas.openxmlformats.org/drawingml/2006/main">
              <a:ext uri="{FF2B5EF4-FFF2-40B4-BE49-F238E27FC236}">
                <a16:creationId xmlns:a16="http://schemas.microsoft.com/office/drawing/2014/main" id="{77DCEB77-DC8A-48F3-BC7C-D15873A5EBB8}"/>
              </a:ext>
            </a:extLst>
          </p:cNvPr>
          <p:cNvSpPr>
            <a:spLocks xmlns:a="http://schemas.openxmlformats.org/drawingml/2006/main" noGrp="1"/>
          </p:cNvSpPr>
          <p:nvPr/>
        </p:nvSpPr>
        <p:spPr>
          <a:xfrm xmlns:a="http://schemas.openxmlformats.org/drawingml/2006/main">
            <a:off x="590550" y="2152650"/>
            <a:ext cx="1428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200" b="0">
                <a:solidFill>
                  <a:srgbClr val="2C3E50"/>
                </a:solidFill>
              </a:defRPr>
            </a:defPPr>
            <a:lvl1pPr algn="ctr">
              <a:defRPr sz="1200" b="0">
                <a:solidFill>
                  <a:srgbClr val="2C3E50"/>
                </a:solidFill>
              </a:defRPr>
            </a:lvl1pPr>
            <a:lvl2pPr algn="ctr">
              <a:defRPr sz="1200" b="0">
                <a:solidFill>
                  <a:srgbClr val="2C3E50"/>
                </a:solidFill>
              </a:defRPr>
            </a:lvl2pPr>
            <a:lvl3pPr algn="ctr">
              <a:defRPr sz="1200" b="0">
                <a:solidFill>
                  <a:srgbClr val="2C3E50"/>
                </a:solidFill>
              </a:defRPr>
            </a:lvl3pPr>
            <a:lvl4pPr algn="ctr">
              <a:defRPr sz="1200" b="0">
                <a:solidFill>
                  <a:srgbClr val="2C3E50"/>
                </a:solidFill>
              </a:defRPr>
            </a:lvl4pPr>
            <a:lvl5pPr algn="ctr">
              <a:defRPr sz="1200" b="0">
                <a:solidFill>
                  <a:srgbClr val="2C3E50"/>
                </a:solidFill>
              </a:defRPr>
            </a:lvl5pPr>
            <a:lvl6pPr algn="ctr">
              <a:defRPr sz="1200" b="0">
                <a:solidFill>
                  <a:srgbClr val="2C3E50"/>
                </a:solidFill>
              </a:defRPr>
            </a:lvl6pPr>
            <a:lvl7pPr algn="ctr">
              <a:defRPr sz="1200" b="0">
                <a:solidFill>
                  <a:srgbClr val="2C3E50"/>
                </a:solidFill>
              </a:defRPr>
            </a:lvl7pPr>
            <a:lvl8pPr algn="ctr">
              <a:defRPr sz="1200" b="0">
                <a:solidFill>
                  <a:srgbClr val="2C3E50"/>
                </a:solidFill>
              </a:defRPr>
            </a:lvl8pPr>
            <a:lvl9pPr algn="ctr">
              <a:defRPr sz="1200" b="0">
                <a:solidFill>
                  <a:srgbClr val="2C3E50"/>
                </a:solidFill>
              </a:defRPr>
            </a:lvl9pPr>
          </a:lstStyle>
          <a:p xmlns:a="http://schemas.openxmlformats.org/drawingml/2006/main">
            <a:pPr algn="ctr">
              <a:defRPr sz="1200" b="0">
                <a:solidFill>
                  <a:srgbClr val="2C3E50"/>
                </a:solidFill>
              </a:defRPr>
            </a:pPr>
            <a:r>
              <a:rPr sz="1200" b="0">
                <a:solidFill>
                  <a:srgbClr val="2C3E50"/>
                </a:solidFill>
              </a:rPr>
              <a:t>receives photo</a:t>
            </a:r>
          </a:p>
          <a:p xmlns:a="http://schemas.openxmlformats.org/drawingml/2006/main">
            <a:pPr algn="ctr">
              <a:defRPr sz="1200" b="0">
                <a:solidFill>
                  <a:srgbClr val="2C3E50"/>
                </a:solidFill>
              </a:defRPr>
            </a:pPr>
            <a:r>
              <a:rPr sz="1200" b="0">
                <a:solidFill>
                  <a:srgbClr val="2C3E50"/>
                </a:solidFill>
              </a:rPr>
              <a:t>and Room Type</a:t>
            </a:r>
          </a:p>
        </p:txBody>
      </p:sp>
      <p:sp>
        <p:nvSpPr>
          <p:cNvPr id="8" name="">
            <a:extLst xmlns:a="http://schemas.openxmlformats.org/drawingml/2006/main">
              <a:ext uri="{FF2B5EF4-FFF2-40B4-BE49-F238E27FC236}">
                <a16:creationId xmlns:a16="http://schemas.microsoft.com/office/drawing/2014/main" id="{790785DD-DB13-454C-BC64-77B4AD3881F2}"/>
              </a:ext>
            </a:extLst>
          </p:cNvPr>
          <p:cNvSpPr>
            <a:spLocks xmlns:a="http://schemas.openxmlformats.org/drawingml/2006/main" noGrp="1"/>
          </p:cNvSpPr>
          <p:nvPr/>
        </p:nvSpPr>
        <p:spPr>
          <a:xfrm xmlns:a="http://schemas.openxmlformats.org/drawingml/2006/main">
            <a:off x="2133600" y="2095500"/>
            <a:ext cx="285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800" b="1">
                <a:solidFill>
                  <a:srgbClr val="1E5D78"/>
                </a:solidFill>
              </a:defRPr>
            </a:defPPr>
            <a:lvl1pPr algn="ctr">
              <a:defRPr sz="1800" b="1">
                <a:solidFill>
                  <a:srgbClr val="1E5D78"/>
                </a:solidFill>
              </a:defRPr>
            </a:lvl1pPr>
            <a:lvl2pPr algn="ctr">
              <a:defRPr sz="1800" b="1">
                <a:solidFill>
                  <a:srgbClr val="1E5D78"/>
                </a:solidFill>
              </a:defRPr>
            </a:lvl2pPr>
            <a:lvl3pPr algn="ctr">
              <a:defRPr sz="1800" b="1">
                <a:solidFill>
                  <a:srgbClr val="1E5D78"/>
                </a:solidFill>
              </a:defRPr>
            </a:lvl3pPr>
            <a:lvl4pPr algn="ctr">
              <a:defRPr sz="1800" b="1">
                <a:solidFill>
                  <a:srgbClr val="1E5D78"/>
                </a:solidFill>
              </a:defRPr>
            </a:lvl4pPr>
            <a:lvl5pPr algn="ctr">
              <a:defRPr sz="1800" b="1">
                <a:solidFill>
                  <a:srgbClr val="1E5D78"/>
                </a:solidFill>
              </a:defRPr>
            </a:lvl5pPr>
            <a:lvl6pPr algn="ctr">
              <a:defRPr sz="1800" b="1">
                <a:solidFill>
                  <a:srgbClr val="1E5D78"/>
                </a:solidFill>
              </a:defRPr>
            </a:lvl6pPr>
            <a:lvl7pPr algn="ctr">
              <a:defRPr sz="1800" b="1">
                <a:solidFill>
                  <a:srgbClr val="1E5D78"/>
                </a:solidFill>
              </a:defRPr>
            </a:lvl7pPr>
            <a:lvl8pPr algn="ctr">
              <a:defRPr sz="1800" b="1">
                <a:solidFill>
                  <a:srgbClr val="1E5D78"/>
                </a:solidFill>
              </a:defRPr>
            </a:lvl8pPr>
            <a:lvl9pPr algn="ctr">
              <a:defRPr sz="1800" b="1">
                <a:solidFill>
                  <a:srgbClr val="1E5D78"/>
                </a:solidFill>
              </a:defRPr>
            </a:lvl9pPr>
          </a:lstStyle>
          <a:p xmlns:a="http://schemas.openxmlformats.org/drawingml/2006/main">
            <a:pPr algn="ctr">
              <a:defRPr sz="1800" b="1">
                <a:solidFill>
                  <a:srgbClr val="1E5D78"/>
                </a:solidFill>
              </a:defRPr>
            </a:pPr>
            <a:r>
              <a:rPr sz="1800" b="1">
                <a:solidFill>
                  <a:srgbClr val="1E5D78"/>
                </a:solidFill>
              </a:rPr>
              <a:t>→</a:t>
            </a:r>
          </a:p>
        </p:txBody>
      </p:sp>
      <p:sp>
        <p:nvSpPr>
          <p:cNvPr id="9" name="">
            <a:extLst xmlns:a="http://schemas.openxmlformats.org/drawingml/2006/main">
              <a:ext uri="{FF2B5EF4-FFF2-40B4-BE49-F238E27FC236}">
                <a16:creationId xmlns:a16="http://schemas.microsoft.com/office/drawing/2014/main" id="{850F3D86-3A25-4671-A2C2-8CCAEF14B847}"/>
              </a:ext>
            </a:extLst>
          </p:cNvPr>
          <p:cNvSpPr>
            <a:spLocks xmlns:a="http://schemas.openxmlformats.org/drawingml/2006/main" noGrp="1"/>
          </p:cNvSpPr>
          <p:nvPr/>
        </p:nvSpPr>
        <p:spPr>
          <a:xfrm xmlns:a="http://schemas.openxmlformats.org/drawingml/2006/main">
            <a:off x="2419350" y="1695450"/>
            <a:ext cx="1657350" cy="1181100"/>
          </a:xfrm>
          <a:prstGeom xmlns:a="http://schemas.openxmlformats.org/drawingml/2006/main" prst="roundRect">
            <a:avLst>
              <a:gd name="adj" fmla="val 6452"/>
            </a:avLst>
          </a:prstGeom>
          <a:solidFill xmlns:a="http://schemas.openxmlformats.org/drawingml/2006/main">
            <a:srgbClr val="FFFDFC"/>
          </a:solidFill>
          <a:ln xmlns:a="http://schemas.openxmlformats.org/drawingml/2006/main" w="9525">
            <a:solidFill>
              <a:srgbClr val="D8D3CA"/>
            </a:solidFill>
            <a:prstDash val="solid"/>
          </a:ln>
        </p:spPr>
      </p:sp>
      <p:sp>
        <p:nvSpPr>
          <p:cNvPr id="10" name="">
            <a:extLst xmlns:a="http://schemas.openxmlformats.org/drawingml/2006/main">
              <a:ext uri="{FF2B5EF4-FFF2-40B4-BE49-F238E27FC236}">
                <a16:creationId xmlns:a16="http://schemas.microsoft.com/office/drawing/2014/main" id="{B4467FC5-F6A7-4BE7-A211-25E6EDB00C3A}"/>
              </a:ext>
            </a:extLst>
          </p:cNvPr>
          <p:cNvSpPr>
            <a:spLocks xmlns:a="http://schemas.openxmlformats.org/drawingml/2006/main" noGrp="1"/>
          </p:cNvSpPr>
          <p:nvPr/>
        </p:nvSpPr>
        <p:spPr>
          <a:xfrm xmlns:a="http://schemas.openxmlformats.org/drawingml/2006/main">
            <a:off x="2514600" y="1828800"/>
            <a:ext cx="1466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125" b="1">
                <a:solidFill>
                  <a:srgbClr val="1E5D78"/>
                </a:solidFill>
              </a:defRPr>
            </a:defPPr>
            <a:lvl1pPr algn="ctr">
              <a:defRPr sz="1125" b="1">
                <a:solidFill>
                  <a:srgbClr val="1E5D78"/>
                </a:solidFill>
              </a:defRPr>
            </a:lvl1pPr>
            <a:lvl2pPr algn="ctr">
              <a:defRPr sz="1125" b="1">
                <a:solidFill>
                  <a:srgbClr val="1E5D78"/>
                </a:solidFill>
              </a:defRPr>
            </a:lvl2pPr>
            <a:lvl3pPr algn="ctr">
              <a:defRPr sz="1125" b="1">
                <a:solidFill>
                  <a:srgbClr val="1E5D78"/>
                </a:solidFill>
              </a:defRPr>
            </a:lvl3pPr>
            <a:lvl4pPr algn="ctr">
              <a:defRPr sz="1125" b="1">
                <a:solidFill>
                  <a:srgbClr val="1E5D78"/>
                </a:solidFill>
              </a:defRPr>
            </a:lvl4pPr>
            <a:lvl5pPr algn="ctr">
              <a:defRPr sz="1125" b="1">
                <a:solidFill>
                  <a:srgbClr val="1E5D78"/>
                </a:solidFill>
              </a:defRPr>
            </a:lvl5pPr>
            <a:lvl6pPr algn="ctr">
              <a:defRPr sz="1125" b="1">
                <a:solidFill>
                  <a:srgbClr val="1E5D78"/>
                </a:solidFill>
              </a:defRPr>
            </a:lvl6pPr>
            <a:lvl7pPr algn="ctr">
              <a:defRPr sz="1125" b="1">
                <a:solidFill>
                  <a:srgbClr val="1E5D78"/>
                </a:solidFill>
              </a:defRPr>
            </a:lvl7pPr>
            <a:lvl8pPr algn="ctr">
              <a:defRPr sz="1125" b="1">
                <a:solidFill>
                  <a:srgbClr val="1E5D78"/>
                </a:solidFill>
              </a:defRPr>
            </a:lvl8pPr>
            <a:lvl9pPr algn="ctr">
              <a:defRPr sz="1125" b="1">
                <a:solidFill>
                  <a:srgbClr val="1E5D78"/>
                </a:solidFill>
              </a:defRPr>
            </a:lvl9pPr>
          </a:lstStyle>
          <a:p xmlns:a="http://schemas.openxmlformats.org/drawingml/2006/main">
            <a:pPr algn="ctr">
              <a:defRPr sz="1125" b="1">
                <a:solidFill>
                  <a:srgbClr val="1E5D78"/>
                </a:solidFill>
              </a:defRPr>
            </a:pPr>
            <a:r>
              <a:rPr sz="1125" b="1">
                <a:solidFill>
                  <a:srgbClr val="1E5D78"/>
                </a:solidFill>
              </a:rPr>
              <a:t>QUALITY GATE</a:t>
            </a:r>
          </a:p>
        </p:txBody>
      </p:sp>
      <p:sp>
        <p:nvSpPr>
          <p:cNvPr id="11" name="">
            <a:extLst xmlns:a="http://schemas.openxmlformats.org/drawingml/2006/main">
              <a:ext uri="{FF2B5EF4-FFF2-40B4-BE49-F238E27FC236}">
                <a16:creationId xmlns:a16="http://schemas.microsoft.com/office/drawing/2014/main" id="{AA12834E-FC54-44FB-B1D5-F0F771033499}"/>
              </a:ext>
            </a:extLst>
          </p:cNvPr>
          <p:cNvSpPr>
            <a:spLocks xmlns:a="http://schemas.openxmlformats.org/drawingml/2006/main" noGrp="1"/>
          </p:cNvSpPr>
          <p:nvPr/>
        </p:nvSpPr>
        <p:spPr>
          <a:xfrm xmlns:a="http://schemas.openxmlformats.org/drawingml/2006/main">
            <a:off x="2533650" y="2152650"/>
            <a:ext cx="1428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200" b="0">
                <a:solidFill>
                  <a:srgbClr val="2C3E50"/>
                </a:solidFill>
              </a:defRPr>
            </a:defPPr>
            <a:lvl1pPr algn="ctr">
              <a:defRPr sz="1200" b="0">
                <a:solidFill>
                  <a:srgbClr val="2C3E50"/>
                </a:solidFill>
              </a:defRPr>
            </a:lvl1pPr>
            <a:lvl2pPr algn="ctr">
              <a:defRPr sz="1200" b="0">
                <a:solidFill>
                  <a:srgbClr val="2C3E50"/>
                </a:solidFill>
              </a:defRPr>
            </a:lvl2pPr>
            <a:lvl3pPr algn="ctr">
              <a:defRPr sz="1200" b="0">
                <a:solidFill>
                  <a:srgbClr val="2C3E50"/>
                </a:solidFill>
              </a:defRPr>
            </a:lvl3pPr>
            <a:lvl4pPr algn="ctr">
              <a:defRPr sz="1200" b="0">
                <a:solidFill>
                  <a:srgbClr val="2C3E50"/>
                </a:solidFill>
              </a:defRPr>
            </a:lvl4pPr>
            <a:lvl5pPr algn="ctr">
              <a:defRPr sz="1200" b="0">
                <a:solidFill>
                  <a:srgbClr val="2C3E50"/>
                </a:solidFill>
              </a:defRPr>
            </a:lvl5pPr>
            <a:lvl6pPr algn="ctr">
              <a:defRPr sz="1200" b="0">
                <a:solidFill>
                  <a:srgbClr val="2C3E50"/>
                </a:solidFill>
              </a:defRPr>
            </a:lvl6pPr>
            <a:lvl7pPr algn="ctr">
              <a:defRPr sz="1200" b="0">
                <a:solidFill>
                  <a:srgbClr val="2C3E50"/>
                </a:solidFill>
              </a:defRPr>
            </a:lvl7pPr>
            <a:lvl8pPr algn="ctr">
              <a:defRPr sz="1200" b="0">
                <a:solidFill>
                  <a:srgbClr val="2C3E50"/>
                </a:solidFill>
              </a:defRPr>
            </a:lvl8pPr>
            <a:lvl9pPr algn="ctr">
              <a:defRPr sz="1200" b="0">
                <a:solidFill>
                  <a:srgbClr val="2C3E50"/>
                </a:solidFill>
              </a:defRPr>
            </a:lvl9pPr>
          </a:lstStyle>
          <a:p xmlns:a="http://schemas.openxmlformats.org/drawingml/2006/main">
            <a:pPr algn="ctr">
              <a:defRPr sz="1200" b="0">
                <a:solidFill>
                  <a:srgbClr val="2C3E50"/>
                </a:solidFill>
              </a:defRPr>
            </a:pPr>
            <a:r>
              <a:rPr sz="1200" b="0">
                <a:solidFill>
                  <a:srgbClr val="2C3E50"/>
                </a:solidFill>
              </a:rPr>
              <a:t>orientation • light</a:t>
            </a:r>
          </a:p>
          <a:p xmlns:a="http://schemas.openxmlformats.org/drawingml/2006/main">
            <a:pPr algn="ctr">
              <a:defRPr sz="1200" b="0">
                <a:solidFill>
                  <a:srgbClr val="2C3E50"/>
                </a:solidFill>
              </a:defRPr>
            </a:pPr>
            <a:r>
              <a:rPr sz="1200" b="0">
                <a:solidFill>
                  <a:srgbClr val="2C3E50"/>
                </a:solidFill>
              </a:rPr>
              <a:t>contrast • blur</a:t>
            </a:r>
          </a:p>
        </p:txBody>
      </p:sp>
      <p:sp>
        <p:nvSpPr>
          <p:cNvPr id="12" name="">
            <a:extLst xmlns:a="http://schemas.openxmlformats.org/drawingml/2006/main">
              <a:ext uri="{FF2B5EF4-FFF2-40B4-BE49-F238E27FC236}">
                <a16:creationId xmlns:a16="http://schemas.microsoft.com/office/drawing/2014/main" id="{C41405F5-9616-48D4-8136-1EA99DC196C7}"/>
              </a:ext>
            </a:extLst>
          </p:cNvPr>
          <p:cNvSpPr>
            <a:spLocks xmlns:a="http://schemas.openxmlformats.org/drawingml/2006/main" noGrp="1"/>
          </p:cNvSpPr>
          <p:nvPr/>
        </p:nvSpPr>
        <p:spPr>
          <a:xfrm xmlns:a="http://schemas.openxmlformats.org/drawingml/2006/main">
            <a:off x="4076700" y="2095500"/>
            <a:ext cx="285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800" b="1">
                <a:solidFill>
                  <a:srgbClr val="1E5D78"/>
                </a:solidFill>
              </a:defRPr>
            </a:defPPr>
            <a:lvl1pPr algn="ctr">
              <a:defRPr sz="1800" b="1">
                <a:solidFill>
                  <a:srgbClr val="1E5D78"/>
                </a:solidFill>
              </a:defRPr>
            </a:lvl1pPr>
            <a:lvl2pPr algn="ctr">
              <a:defRPr sz="1800" b="1">
                <a:solidFill>
                  <a:srgbClr val="1E5D78"/>
                </a:solidFill>
              </a:defRPr>
            </a:lvl2pPr>
            <a:lvl3pPr algn="ctr">
              <a:defRPr sz="1800" b="1">
                <a:solidFill>
                  <a:srgbClr val="1E5D78"/>
                </a:solidFill>
              </a:defRPr>
            </a:lvl3pPr>
            <a:lvl4pPr algn="ctr">
              <a:defRPr sz="1800" b="1">
                <a:solidFill>
                  <a:srgbClr val="1E5D78"/>
                </a:solidFill>
              </a:defRPr>
            </a:lvl4pPr>
            <a:lvl5pPr algn="ctr">
              <a:defRPr sz="1800" b="1">
                <a:solidFill>
                  <a:srgbClr val="1E5D78"/>
                </a:solidFill>
              </a:defRPr>
            </a:lvl5pPr>
            <a:lvl6pPr algn="ctr">
              <a:defRPr sz="1800" b="1">
                <a:solidFill>
                  <a:srgbClr val="1E5D78"/>
                </a:solidFill>
              </a:defRPr>
            </a:lvl6pPr>
            <a:lvl7pPr algn="ctr">
              <a:defRPr sz="1800" b="1">
                <a:solidFill>
                  <a:srgbClr val="1E5D78"/>
                </a:solidFill>
              </a:defRPr>
            </a:lvl7pPr>
            <a:lvl8pPr algn="ctr">
              <a:defRPr sz="1800" b="1">
                <a:solidFill>
                  <a:srgbClr val="1E5D78"/>
                </a:solidFill>
              </a:defRPr>
            </a:lvl8pPr>
            <a:lvl9pPr algn="ctr">
              <a:defRPr sz="1800" b="1">
                <a:solidFill>
                  <a:srgbClr val="1E5D78"/>
                </a:solidFill>
              </a:defRPr>
            </a:lvl9pPr>
          </a:lstStyle>
          <a:p xmlns:a="http://schemas.openxmlformats.org/drawingml/2006/main">
            <a:pPr algn="ctr">
              <a:defRPr sz="1800" b="1">
                <a:solidFill>
                  <a:srgbClr val="1E5D78"/>
                </a:solidFill>
              </a:defRPr>
            </a:pPr>
            <a:r>
              <a:rPr sz="1800" b="1">
                <a:solidFill>
                  <a:srgbClr val="1E5D78"/>
                </a:solidFill>
              </a:rPr>
              <a:t>→</a:t>
            </a:r>
          </a:p>
        </p:txBody>
      </p:sp>
      <p:sp>
        <p:nvSpPr>
          <p:cNvPr id="13" name="">
            <a:extLst xmlns:a="http://schemas.openxmlformats.org/drawingml/2006/main">
              <a:ext uri="{FF2B5EF4-FFF2-40B4-BE49-F238E27FC236}">
                <a16:creationId xmlns:a16="http://schemas.microsoft.com/office/drawing/2014/main" id="{B1FA15B6-26FE-4B2F-8324-47E89E6C6F19}"/>
              </a:ext>
            </a:extLst>
          </p:cNvPr>
          <p:cNvSpPr>
            <a:spLocks xmlns:a="http://schemas.openxmlformats.org/drawingml/2006/main" noGrp="1"/>
          </p:cNvSpPr>
          <p:nvPr/>
        </p:nvSpPr>
        <p:spPr>
          <a:xfrm xmlns:a="http://schemas.openxmlformats.org/drawingml/2006/main">
            <a:off x="4362450" y="1695450"/>
            <a:ext cx="1657350" cy="1181100"/>
          </a:xfrm>
          <a:prstGeom xmlns:a="http://schemas.openxmlformats.org/drawingml/2006/main" prst="roundRect">
            <a:avLst>
              <a:gd name="adj" fmla="val 6452"/>
            </a:avLst>
          </a:prstGeom>
          <a:solidFill xmlns:a="http://schemas.openxmlformats.org/drawingml/2006/main">
            <a:srgbClr val="FFFDFC"/>
          </a:solidFill>
          <a:ln xmlns:a="http://schemas.openxmlformats.org/drawingml/2006/main" w="9525">
            <a:solidFill>
              <a:srgbClr val="D8D3CA"/>
            </a:solidFill>
            <a:prstDash val="solid"/>
          </a:ln>
        </p:spPr>
      </p:sp>
      <p:sp>
        <p:nvSpPr>
          <p:cNvPr id="14" name="">
            <a:extLst xmlns:a="http://schemas.openxmlformats.org/drawingml/2006/main">
              <a:ext uri="{FF2B5EF4-FFF2-40B4-BE49-F238E27FC236}">
                <a16:creationId xmlns:a16="http://schemas.microsoft.com/office/drawing/2014/main" id="{77B72909-FFDD-47BF-A4BC-A81435733E1C}"/>
              </a:ext>
            </a:extLst>
          </p:cNvPr>
          <p:cNvSpPr>
            <a:spLocks xmlns:a="http://schemas.openxmlformats.org/drawingml/2006/main" noGrp="1"/>
          </p:cNvSpPr>
          <p:nvPr/>
        </p:nvSpPr>
        <p:spPr>
          <a:xfrm xmlns:a="http://schemas.openxmlformats.org/drawingml/2006/main">
            <a:off x="4457700" y="1828800"/>
            <a:ext cx="1466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125" b="1">
                <a:solidFill>
                  <a:srgbClr val="1E5D78"/>
                </a:solidFill>
              </a:defRPr>
            </a:defPPr>
            <a:lvl1pPr algn="ctr">
              <a:defRPr sz="1125" b="1">
                <a:solidFill>
                  <a:srgbClr val="1E5D78"/>
                </a:solidFill>
              </a:defRPr>
            </a:lvl1pPr>
            <a:lvl2pPr algn="ctr">
              <a:defRPr sz="1125" b="1">
                <a:solidFill>
                  <a:srgbClr val="1E5D78"/>
                </a:solidFill>
              </a:defRPr>
            </a:lvl2pPr>
            <a:lvl3pPr algn="ctr">
              <a:defRPr sz="1125" b="1">
                <a:solidFill>
                  <a:srgbClr val="1E5D78"/>
                </a:solidFill>
              </a:defRPr>
            </a:lvl3pPr>
            <a:lvl4pPr algn="ctr">
              <a:defRPr sz="1125" b="1">
                <a:solidFill>
                  <a:srgbClr val="1E5D78"/>
                </a:solidFill>
              </a:defRPr>
            </a:lvl4pPr>
            <a:lvl5pPr algn="ctr">
              <a:defRPr sz="1125" b="1">
                <a:solidFill>
                  <a:srgbClr val="1E5D78"/>
                </a:solidFill>
              </a:defRPr>
            </a:lvl5pPr>
            <a:lvl6pPr algn="ctr">
              <a:defRPr sz="1125" b="1">
                <a:solidFill>
                  <a:srgbClr val="1E5D78"/>
                </a:solidFill>
              </a:defRPr>
            </a:lvl6pPr>
            <a:lvl7pPr algn="ctr">
              <a:defRPr sz="1125" b="1">
                <a:solidFill>
                  <a:srgbClr val="1E5D78"/>
                </a:solidFill>
              </a:defRPr>
            </a:lvl7pPr>
            <a:lvl8pPr algn="ctr">
              <a:defRPr sz="1125" b="1">
                <a:solidFill>
                  <a:srgbClr val="1E5D78"/>
                </a:solidFill>
              </a:defRPr>
            </a:lvl8pPr>
            <a:lvl9pPr algn="ctr">
              <a:defRPr sz="1125" b="1">
                <a:solidFill>
                  <a:srgbClr val="1E5D78"/>
                </a:solidFill>
              </a:defRPr>
            </a:lvl9pPr>
          </a:lstStyle>
          <a:p xmlns:a="http://schemas.openxmlformats.org/drawingml/2006/main">
            <a:pPr algn="ctr">
              <a:defRPr sz="1125" b="1">
                <a:solidFill>
                  <a:srgbClr val="1E5D78"/>
                </a:solidFill>
              </a:defRPr>
            </a:pPr>
            <a:r>
              <a:rPr sz="1125" b="1">
                <a:solidFill>
                  <a:srgbClr val="1E5D78"/>
                </a:solidFill>
              </a:rPr>
              <a:t>OPENAI VISION</a:t>
            </a:r>
          </a:p>
        </p:txBody>
      </p:sp>
      <p:sp>
        <p:nvSpPr>
          <p:cNvPr id="15" name="">
            <a:extLst xmlns:a="http://schemas.openxmlformats.org/drawingml/2006/main">
              <a:ext uri="{FF2B5EF4-FFF2-40B4-BE49-F238E27FC236}">
                <a16:creationId xmlns:a16="http://schemas.microsoft.com/office/drawing/2014/main" id="{B8A6BDBE-1D79-44F6-BDAD-738AD8848B75}"/>
              </a:ext>
            </a:extLst>
          </p:cNvPr>
          <p:cNvSpPr>
            <a:spLocks xmlns:a="http://schemas.openxmlformats.org/drawingml/2006/main" noGrp="1"/>
          </p:cNvSpPr>
          <p:nvPr/>
        </p:nvSpPr>
        <p:spPr>
          <a:xfrm xmlns:a="http://schemas.openxmlformats.org/drawingml/2006/main">
            <a:off x="4476750" y="2152650"/>
            <a:ext cx="1428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200" b="0">
                <a:solidFill>
                  <a:srgbClr val="2C3E50"/>
                </a:solidFill>
              </a:defRPr>
            </a:defPPr>
            <a:lvl1pPr algn="ctr">
              <a:defRPr sz="1200" b="0">
                <a:solidFill>
                  <a:srgbClr val="2C3E50"/>
                </a:solidFill>
              </a:defRPr>
            </a:lvl1pPr>
            <a:lvl2pPr algn="ctr">
              <a:defRPr sz="1200" b="0">
                <a:solidFill>
                  <a:srgbClr val="2C3E50"/>
                </a:solidFill>
              </a:defRPr>
            </a:lvl2pPr>
            <a:lvl3pPr algn="ctr">
              <a:defRPr sz="1200" b="0">
                <a:solidFill>
                  <a:srgbClr val="2C3E50"/>
                </a:solidFill>
              </a:defRPr>
            </a:lvl3pPr>
            <a:lvl4pPr algn="ctr">
              <a:defRPr sz="1200" b="0">
                <a:solidFill>
                  <a:srgbClr val="2C3E50"/>
                </a:solidFill>
              </a:defRPr>
            </a:lvl4pPr>
            <a:lvl5pPr algn="ctr">
              <a:defRPr sz="1200" b="0">
                <a:solidFill>
                  <a:srgbClr val="2C3E50"/>
                </a:solidFill>
              </a:defRPr>
            </a:lvl5pPr>
            <a:lvl6pPr algn="ctr">
              <a:defRPr sz="1200" b="0">
                <a:solidFill>
                  <a:srgbClr val="2C3E50"/>
                </a:solidFill>
              </a:defRPr>
            </a:lvl6pPr>
            <a:lvl7pPr algn="ctr">
              <a:defRPr sz="1200" b="0">
                <a:solidFill>
                  <a:srgbClr val="2C3E50"/>
                </a:solidFill>
              </a:defRPr>
            </a:lvl7pPr>
            <a:lvl8pPr algn="ctr">
              <a:defRPr sz="1200" b="0">
                <a:solidFill>
                  <a:srgbClr val="2C3E50"/>
                </a:solidFill>
              </a:defRPr>
            </a:lvl8pPr>
            <a:lvl9pPr algn="ctr">
              <a:defRPr sz="1200" b="0">
                <a:solidFill>
                  <a:srgbClr val="2C3E50"/>
                </a:solidFill>
              </a:defRPr>
            </a:lvl9pPr>
          </a:lstStyle>
          <a:p xmlns:a="http://schemas.openxmlformats.org/drawingml/2006/main">
            <a:pPr algn="ctr">
              <a:defRPr sz="1200" b="0">
                <a:solidFill>
                  <a:srgbClr val="2C3E50"/>
                </a:solidFill>
              </a:defRPr>
            </a:pPr>
            <a:r>
              <a:rPr sz="1200" b="0">
                <a:solidFill>
                  <a:srgbClr val="2C3E50"/>
                </a:solidFill>
              </a:rPr>
              <a:t>hazards • evidence</a:t>
            </a:r>
          </a:p>
          <a:p xmlns:a="http://schemas.openxmlformats.org/drawingml/2006/main">
            <a:pPr algn="ctr">
              <a:defRPr sz="1200" b="0">
                <a:solidFill>
                  <a:srgbClr val="2C3E50"/>
                </a:solidFill>
              </a:defRPr>
            </a:pPr>
            <a:r>
              <a:rPr sz="1200" b="0">
                <a:solidFill>
                  <a:srgbClr val="2C3E50"/>
                </a:solidFill>
              </a:rPr>
              <a:t>confidence • x/y</a:t>
            </a:r>
          </a:p>
        </p:txBody>
      </p:sp>
      <p:sp>
        <p:nvSpPr>
          <p:cNvPr id="16" name="">
            <a:extLst xmlns:a="http://schemas.openxmlformats.org/drawingml/2006/main">
              <a:ext uri="{FF2B5EF4-FFF2-40B4-BE49-F238E27FC236}">
                <a16:creationId xmlns:a16="http://schemas.microsoft.com/office/drawing/2014/main" id="{7329C364-2948-4F07-B1AE-3CABC5899257}"/>
              </a:ext>
            </a:extLst>
          </p:cNvPr>
          <p:cNvSpPr>
            <a:spLocks xmlns:a="http://schemas.openxmlformats.org/drawingml/2006/main" noGrp="1"/>
          </p:cNvSpPr>
          <p:nvPr/>
        </p:nvSpPr>
        <p:spPr>
          <a:xfrm xmlns:a="http://schemas.openxmlformats.org/drawingml/2006/main">
            <a:off x="6019800" y="2095500"/>
            <a:ext cx="285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800" b="1">
                <a:solidFill>
                  <a:srgbClr val="1E5D78"/>
                </a:solidFill>
              </a:defRPr>
            </a:defPPr>
            <a:lvl1pPr algn="ctr">
              <a:defRPr sz="1800" b="1">
                <a:solidFill>
                  <a:srgbClr val="1E5D78"/>
                </a:solidFill>
              </a:defRPr>
            </a:lvl1pPr>
            <a:lvl2pPr algn="ctr">
              <a:defRPr sz="1800" b="1">
                <a:solidFill>
                  <a:srgbClr val="1E5D78"/>
                </a:solidFill>
              </a:defRPr>
            </a:lvl2pPr>
            <a:lvl3pPr algn="ctr">
              <a:defRPr sz="1800" b="1">
                <a:solidFill>
                  <a:srgbClr val="1E5D78"/>
                </a:solidFill>
              </a:defRPr>
            </a:lvl3pPr>
            <a:lvl4pPr algn="ctr">
              <a:defRPr sz="1800" b="1">
                <a:solidFill>
                  <a:srgbClr val="1E5D78"/>
                </a:solidFill>
              </a:defRPr>
            </a:lvl4pPr>
            <a:lvl5pPr algn="ctr">
              <a:defRPr sz="1800" b="1">
                <a:solidFill>
                  <a:srgbClr val="1E5D78"/>
                </a:solidFill>
              </a:defRPr>
            </a:lvl5pPr>
            <a:lvl6pPr algn="ctr">
              <a:defRPr sz="1800" b="1">
                <a:solidFill>
                  <a:srgbClr val="1E5D78"/>
                </a:solidFill>
              </a:defRPr>
            </a:lvl6pPr>
            <a:lvl7pPr algn="ctr">
              <a:defRPr sz="1800" b="1">
                <a:solidFill>
                  <a:srgbClr val="1E5D78"/>
                </a:solidFill>
              </a:defRPr>
            </a:lvl7pPr>
            <a:lvl8pPr algn="ctr">
              <a:defRPr sz="1800" b="1">
                <a:solidFill>
                  <a:srgbClr val="1E5D78"/>
                </a:solidFill>
              </a:defRPr>
            </a:lvl8pPr>
            <a:lvl9pPr algn="ctr">
              <a:defRPr sz="1800" b="1">
                <a:solidFill>
                  <a:srgbClr val="1E5D78"/>
                </a:solidFill>
              </a:defRPr>
            </a:lvl9pPr>
          </a:lstStyle>
          <a:p xmlns:a="http://schemas.openxmlformats.org/drawingml/2006/main">
            <a:pPr algn="ctr">
              <a:defRPr sz="1800" b="1">
                <a:solidFill>
                  <a:srgbClr val="1E5D78"/>
                </a:solidFill>
              </a:defRPr>
            </a:pPr>
            <a:r>
              <a:rPr sz="1800" b="1">
                <a:solidFill>
                  <a:srgbClr val="1E5D78"/>
                </a:solidFill>
              </a:rPr>
              <a:t>→</a:t>
            </a:r>
          </a:p>
        </p:txBody>
      </p:sp>
      <p:sp>
        <p:nvSpPr>
          <p:cNvPr id="17" name="">
            <a:extLst xmlns:a="http://schemas.openxmlformats.org/drawingml/2006/main">
              <a:ext uri="{FF2B5EF4-FFF2-40B4-BE49-F238E27FC236}">
                <a16:creationId xmlns:a16="http://schemas.microsoft.com/office/drawing/2014/main" id="{6839CE59-BC3B-471B-960B-FA3E9C43343E}"/>
              </a:ext>
            </a:extLst>
          </p:cNvPr>
          <p:cNvSpPr>
            <a:spLocks xmlns:a="http://schemas.openxmlformats.org/drawingml/2006/main" noGrp="1"/>
          </p:cNvSpPr>
          <p:nvPr/>
        </p:nvSpPr>
        <p:spPr>
          <a:xfrm xmlns:a="http://schemas.openxmlformats.org/drawingml/2006/main">
            <a:off x="6305550" y="1695450"/>
            <a:ext cx="1657350" cy="1181100"/>
          </a:xfrm>
          <a:prstGeom xmlns:a="http://schemas.openxmlformats.org/drawingml/2006/main" prst="roundRect">
            <a:avLst>
              <a:gd name="adj" fmla="val 6452"/>
            </a:avLst>
          </a:prstGeom>
          <a:solidFill xmlns:a="http://schemas.openxmlformats.org/drawingml/2006/main">
            <a:srgbClr val="FFFDFC"/>
          </a:solidFill>
          <a:ln xmlns:a="http://schemas.openxmlformats.org/drawingml/2006/main" w="9525">
            <a:solidFill>
              <a:srgbClr val="D8D3CA"/>
            </a:solidFill>
            <a:prstDash val="solid"/>
          </a:ln>
        </p:spPr>
      </p:sp>
      <p:sp>
        <p:nvSpPr>
          <p:cNvPr id="18" name="">
            <a:extLst xmlns:a="http://schemas.openxmlformats.org/drawingml/2006/main">
              <a:ext uri="{FF2B5EF4-FFF2-40B4-BE49-F238E27FC236}">
                <a16:creationId xmlns:a16="http://schemas.microsoft.com/office/drawing/2014/main" id="{E7057EC3-E160-474E-84FE-428FA1FC5A23}"/>
              </a:ext>
            </a:extLst>
          </p:cNvPr>
          <p:cNvSpPr>
            <a:spLocks xmlns:a="http://schemas.openxmlformats.org/drawingml/2006/main" noGrp="1"/>
          </p:cNvSpPr>
          <p:nvPr/>
        </p:nvSpPr>
        <p:spPr>
          <a:xfrm xmlns:a="http://schemas.openxmlformats.org/drawingml/2006/main">
            <a:off x="6400800" y="1828800"/>
            <a:ext cx="1466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125" b="1">
                <a:solidFill>
                  <a:srgbClr val="1E5D78"/>
                </a:solidFill>
              </a:defRPr>
            </a:defPPr>
            <a:lvl1pPr algn="ctr">
              <a:defRPr sz="1125" b="1">
                <a:solidFill>
                  <a:srgbClr val="1E5D78"/>
                </a:solidFill>
              </a:defRPr>
            </a:lvl1pPr>
            <a:lvl2pPr algn="ctr">
              <a:defRPr sz="1125" b="1">
                <a:solidFill>
                  <a:srgbClr val="1E5D78"/>
                </a:solidFill>
              </a:defRPr>
            </a:lvl2pPr>
            <a:lvl3pPr algn="ctr">
              <a:defRPr sz="1125" b="1">
                <a:solidFill>
                  <a:srgbClr val="1E5D78"/>
                </a:solidFill>
              </a:defRPr>
            </a:lvl3pPr>
            <a:lvl4pPr algn="ctr">
              <a:defRPr sz="1125" b="1">
                <a:solidFill>
                  <a:srgbClr val="1E5D78"/>
                </a:solidFill>
              </a:defRPr>
            </a:lvl4pPr>
            <a:lvl5pPr algn="ctr">
              <a:defRPr sz="1125" b="1">
                <a:solidFill>
                  <a:srgbClr val="1E5D78"/>
                </a:solidFill>
              </a:defRPr>
            </a:lvl5pPr>
            <a:lvl6pPr algn="ctr">
              <a:defRPr sz="1125" b="1">
                <a:solidFill>
                  <a:srgbClr val="1E5D78"/>
                </a:solidFill>
              </a:defRPr>
            </a:lvl6pPr>
            <a:lvl7pPr algn="ctr">
              <a:defRPr sz="1125" b="1">
                <a:solidFill>
                  <a:srgbClr val="1E5D78"/>
                </a:solidFill>
              </a:defRPr>
            </a:lvl7pPr>
            <a:lvl8pPr algn="ctr">
              <a:defRPr sz="1125" b="1">
                <a:solidFill>
                  <a:srgbClr val="1E5D78"/>
                </a:solidFill>
              </a:defRPr>
            </a:lvl8pPr>
            <a:lvl9pPr algn="ctr">
              <a:defRPr sz="1125" b="1">
                <a:solidFill>
                  <a:srgbClr val="1E5D78"/>
                </a:solidFill>
              </a:defRPr>
            </a:lvl9pPr>
          </a:lstStyle>
          <a:p xmlns:a="http://schemas.openxmlformats.org/drawingml/2006/main">
            <a:pPr algn="ctr">
              <a:defRPr sz="1125" b="1">
                <a:solidFill>
                  <a:srgbClr val="1E5D78"/>
                </a:solidFill>
              </a:defRPr>
            </a:pPr>
            <a:r>
              <a:rPr sz="1125" b="1">
                <a:solidFill>
                  <a:srgbClr val="1E5D78"/>
                </a:solidFill>
              </a:rPr>
              <a:t>PYTHON RULES</a:t>
            </a:r>
          </a:p>
        </p:txBody>
      </p:sp>
      <p:sp>
        <p:nvSpPr>
          <p:cNvPr id="19" name="">
            <a:extLst xmlns:a="http://schemas.openxmlformats.org/drawingml/2006/main">
              <a:ext uri="{FF2B5EF4-FFF2-40B4-BE49-F238E27FC236}">
                <a16:creationId xmlns:a16="http://schemas.microsoft.com/office/drawing/2014/main" id="{072FB8EC-4D1F-48FC-BE13-5273B879554F}"/>
              </a:ext>
            </a:extLst>
          </p:cNvPr>
          <p:cNvSpPr>
            <a:spLocks xmlns:a="http://schemas.openxmlformats.org/drawingml/2006/main" noGrp="1"/>
          </p:cNvSpPr>
          <p:nvPr/>
        </p:nvSpPr>
        <p:spPr>
          <a:xfrm xmlns:a="http://schemas.openxmlformats.org/drawingml/2006/main">
            <a:off x="6419850" y="2152650"/>
            <a:ext cx="1428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200" b="0">
                <a:solidFill>
                  <a:srgbClr val="2C3E50"/>
                </a:solidFill>
              </a:defRPr>
            </a:defPPr>
            <a:lvl1pPr algn="ctr">
              <a:defRPr sz="1200" b="0">
                <a:solidFill>
                  <a:srgbClr val="2C3E50"/>
                </a:solidFill>
              </a:defRPr>
            </a:lvl1pPr>
            <a:lvl2pPr algn="ctr">
              <a:defRPr sz="1200" b="0">
                <a:solidFill>
                  <a:srgbClr val="2C3E50"/>
                </a:solidFill>
              </a:defRPr>
            </a:lvl2pPr>
            <a:lvl3pPr algn="ctr">
              <a:defRPr sz="1200" b="0">
                <a:solidFill>
                  <a:srgbClr val="2C3E50"/>
                </a:solidFill>
              </a:defRPr>
            </a:lvl3pPr>
            <a:lvl4pPr algn="ctr">
              <a:defRPr sz="1200" b="0">
                <a:solidFill>
                  <a:srgbClr val="2C3E50"/>
                </a:solidFill>
              </a:defRPr>
            </a:lvl4pPr>
            <a:lvl5pPr algn="ctr">
              <a:defRPr sz="1200" b="0">
                <a:solidFill>
                  <a:srgbClr val="2C3E50"/>
                </a:solidFill>
              </a:defRPr>
            </a:lvl5pPr>
            <a:lvl6pPr algn="ctr">
              <a:defRPr sz="1200" b="0">
                <a:solidFill>
                  <a:srgbClr val="2C3E50"/>
                </a:solidFill>
              </a:defRPr>
            </a:lvl6pPr>
            <a:lvl7pPr algn="ctr">
              <a:defRPr sz="1200" b="0">
                <a:solidFill>
                  <a:srgbClr val="2C3E50"/>
                </a:solidFill>
              </a:defRPr>
            </a:lvl7pPr>
            <a:lvl8pPr algn="ctr">
              <a:defRPr sz="1200" b="0">
                <a:solidFill>
                  <a:srgbClr val="2C3E50"/>
                </a:solidFill>
              </a:defRPr>
            </a:lvl8pPr>
            <a:lvl9pPr algn="ctr">
              <a:defRPr sz="1200" b="0">
                <a:solidFill>
                  <a:srgbClr val="2C3E50"/>
                </a:solidFill>
              </a:defRPr>
            </a:lvl9pPr>
          </a:lstStyle>
          <a:p xmlns:a="http://schemas.openxmlformats.org/drawingml/2006/main">
            <a:pPr algn="ctr">
              <a:defRPr sz="1200" b="0">
                <a:solidFill>
                  <a:srgbClr val="2C3E50"/>
                </a:solidFill>
              </a:defRPr>
            </a:pPr>
            <a:r>
              <a:rPr sz="1200" b="0">
                <a:solidFill>
                  <a:srgbClr val="2C3E50"/>
                </a:solidFill>
              </a:rPr>
              <a:t>schema • allowlist</a:t>
            </a:r>
          </a:p>
          <a:p xmlns:a="http://schemas.openxmlformats.org/drawingml/2006/main">
            <a:pPr algn="ctr">
              <a:defRPr sz="1200" b="0">
                <a:solidFill>
                  <a:srgbClr val="2C3E50"/>
                </a:solidFill>
              </a:defRPr>
            </a:pPr>
            <a:r>
              <a:rPr sz="1200" b="0">
                <a:solidFill>
                  <a:srgbClr val="2C3E50"/>
                </a:solidFill>
              </a:rPr>
              <a:t>1-15 clamp • fallback</a:t>
            </a:r>
          </a:p>
        </p:txBody>
      </p:sp>
      <p:sp>
        <p:nvSpPr>
          <p:cNvPr id="20" name="">
            <a:extLst xmlns:a="http://schemas.openxmlformats.org/drawingml/2006/main">
              <a:ext uri="{FF2B5EF4-FFF2-40B4-BE49-F238E27FC236}">
                <a16:creationId xmlns:a16="http://schemas.microsoft.com/office/drawing/2014/main" id="{DFDA0B37-3249-447F-9702-A8E21B8FB3BD}"/>
              </a:ext>
            </a:extLst>
          </p:cNvPr>
          <p:cNvSpPr>
            <a:spLocks xmlns:a="http://schemas.openxmlformats.org/drawingml/2006/main" noGrp="1"/>
          </p:cNvSpPr>
          <p:nvPr/>
        </p:nvSpPr>
        <p:spPr>
          <a:xfrm xmlns:a="http://schemas.openxmlformats.org/drawingml/2006/main">
            <a:off x="7962900" y="2095500"/>
            <a:ext cx="285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800" b="1">
                <a:solidFill>
                  <a:srgbClr val="1E5D78"/>
                </a:solidFill>
              </a:defRPr>
            </a:defPPr>
            <a:lvl1pPr algn="ctr">
              <a:defRPr sz="1800" b="1">
                <a:solidFill>
                  <a:srgbClr val="1E5D78"/>
                </a:solidFill>
              </a:defRPr>
            </a:lvl1pPr>
            <a:lvl2pPr algn="ctr">
              <a:defRPr sz="1800" b="1">
                <a:solidFill>
                  <a:srgbClr val="1E5D78"/>
                </a:solidFill>
              </a:defRPr>
            </a:lvl2pPr>
            <a:lvl3pPr algn="ctr">
              <a:defRPr sz="1800" b="1">
                <a:solidFill>
                  <a:srgbClr val="1E5D78"/>
                </a:solidFill>
              </a:defRPr>
            </a:lvl3pPr>
            <a:lvl4pPr algn="ctr">
              <a:defRPr sz="1800" b="1">
                <a:solidFill>
                  <a:srgbClr val="1E5D78"/>
                </a:solidFill>
              </a:defRPr>
            </a:lvl4pPr>
            <a:lvl5pPr algn="ctr">
              <a:defRPr sz="1800" b="1">
                <a:solidFill>
                  <a:srgbClr val="1E5D78"/>
                </a:solidFill>
              </a:defRPr>
            </a:lvl5pPr>
            <a:lvl6pPr algn="ctr">
              <a:defRPr sz="1800" b="1">
                <a:solidFill>
                  <a:srgbClr val="1E5D78"/>
                </a:solidFill>
              </a:defRPr>
            </a:lvl6pPr>
            <a:lvl7pPr algn="ctr">
              <a:defRPr sz="1800" b="1">
                <a:solidFill>
                  <a:srgbClr val="1E5D78"/>
                </a:solidFill>
              </a:defRPr>
            </a:lvl7pPr>
            <a:lvl8pPr algn="ctr">
              <a:defRPr sz="1800" b="1">
                <a:solidFill>
                  <a:srgbClr val="1E5D78"/>
                </a:solidFill>
              </a:defRPr>
            </a:lvl8pPr>
            <a:lvl9pPr algn="ctr">
              <a:defRPr sz="1800" b="1">
                <a:solidFill>
                  <a:srgbClr val="1E5D78"/>
                </a:solidFill>
              </a:defRPr>
            </a:lvl9pPr>
          </a:lstStyle>
          <a:p xmlns:a="http://schemas.openxmlformats.org/drawingml/2006/main">
            <a:pPr algn="ctr">
              <a:defRPr sz="1800" b="1">
                <a:solidFill>
                  <a:srgbClr val="1E5D78"/>
                </a:solidFill>
              </a:defRPr>
            </a:pPr>
            <a:r>
              <a:rPr sz="1800" b="1">
                <a:solidFill>
                  <a:srgbClr val="1E5D78"/>
                </a:solidFill>
              </a:rPr>
              <a:t>→</a:t>
            </a:r>
          </a:p>
        </p:txBody>
      </p:sp>
      <p:sp>
        <p:nvSpPr>
          <p:cNvPr id="21" name="">
            <a:extLst xmlns:a="http://schemas.openxmlformats.org/drawingml/2006/main">
              <a:ext uri="{FF2B5EF4-FFF2-40B4-BE49-F238E27FC236}">
                <a16:creationId xmlns:a16="http://schemas.microsoft.com/office/drawing/2014/main" id="{27CF5D01-B8DA-4589-89FB-1DBFBF257122}"/>
              </a:ext>
            </a:extLst>
          </p:cNvPr>
          <p:cNvSpPr>
            <a:spLocks xmlns:a="http://schemas.openxmlformats.org/drawingml/2006/main" noGrp="1"/>
          </p:cNvSpPr>
          <p:nvPr/>
        </p:nvSpPr>
        <p:spPr>
          <a:xfrm xmlns:a="http://schemas.openxmlformats.org/drawingml/2006/main">
            <a:off x="8248650" y="1695450"/>
            <a:ext cx="1657350" cy="1181100"/>
          </a:xfrm>
          <a:prstGeom xmlns:a="http://schemas.openxmlformats.org/drawingml/2006/main" prst="roundRect">
            <a:avLst>
              <a:gd name="adj" fmla="val 6452"/>
            </a:avLst>
          </a:prstGeom>
          <a:solidFill xmlns:a="http://schemas.openxmlformats.org/drawingml/2006/main">
            <a:srgbClr val="FFFDFC"/>
          </a:solidFill>
          <a:ln xmlns:a="http://schemas.openxmlformats.org/drawingml/2006/main" w="9525">
            <a:solidFill>
              <a:srgbClr val="D8D3CA"/>
            </a:solidFill>
            <a:prstDash val="solid"/>
          </a:ln>
        </p:spPr>
      </p:sp>
      <p:sp>
        <p:nvSpPr>
          <p:cNvPr id="22" name="">
            <a:extLst xmlns:a="http://schemas.openxmlformats.org/drawingml/2006/main">
              <a:ext uri="{FF2B5EF4-FFF2-40B4-BE49-F238E27FC236}">
                <a16:creationId xmlns:a16="http://schemas.microsoft.com/office/drawing/2014/main" id="{8150B1A4-89C3-4E79-A9AF-EDBD4E9670E6}"/>
              </a:ext>
            </a:extLst>
          </p:cNvPr>
          <p:cNvSpPr>
            <a:spLocks xmlns:a="http://schemas.openxmlformats.org/drawingml/2006/main" noGrp="1"/>
          </p:cNvSpPr>
          <p:nvPr/>
        </p:nvSpPr>
        <p:spPr>
          <a:xfrm xmlns:a="http://schemas.openxmlformats.org/drawingml/2006/main">
            <a:off x="8343900" y="1828800"/>
            <a:ext cx="1466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125" b="1">
                <a:solidFill>
                  <a:srgbClr val="1E5D78"/>
                </a:solidFill>
              </a:defRPr>
            </a:defPPr>
            <a:lvl1pPr algn="ctr">
              <a:defRPr sz="1125" b="1">
                <a:solidFill>
                  <a:srgbClr val="1E5D78"/>
                </a:solidFill>
              </a:defRPr>
            </a:lvl1pPr>
            <a:lvl2pPr algn="ctr">
              <a:defRPr sz="1125" b="1">
                <a:solidFill>
                  <a:srgbClr val="1E5D78"/>
                </a:solidFill>
              </a:defRPr>
            </a:lvl2pPr>
            <a:lvl3pPr algn="ctr">
              <a:defRPr sz="1125" b="1">
                <a:solidFill>
                  <a:srgbClr val="1E5D78"/>
                </a:solidFill>
              </a:defRPr>
            </a:lvl3pPr>
            <a:lvl4pPr algn="ctr">
              <a:defRPr sz="1125" b="1">
                <a:solidFill>
                  <a:srgbClr val="1E5D78"/>
                </a:solidFill>
              </a:defRPr>
            </a:lvl4pPr>
            <a:lvl5pPr algn="ctr">
              <a:defRPr sz="1125" b="1">
                <a:solidFill>
                  <a:srgbClr val="1E5D78"/>
                </a:solidFill>
              </a:defRPr>
            </a:lvl5pPr>
            <a:lvl6pPr algn="ctr">
              <a:defRPr sz="1125" b="1">
                <a:solidFill>
                  <a:srgbClr val="1E5D78"/>
                </a:solidFill>
              </a:defRPr>
            </a:lvl6pPr>
            <a:lvl7pPr algn="ctr">
              <a:defRPr sz="1125" b="1">
                <a:solidFill>
                  <a:srgbClr val="1E5D78"/>
                </a:solidFill>
              </a:defRPr>
            </a:lvl7pPr>
            <a:lvl8pPr algn="ctr">
              <a:defRPr sz="1125" b="1">
                <a:solidFill>
                  <a:srgbClr val="1E5D78"/>
                </a:solidFill>
              </a:defRPr>
            </a:lvl8pPr>
            <a:lvl9pPr algn="ctr">
              <a:defRPr sz="1125" b="1">
                <a:solidFill>
                  <a:srgbClr val="1E5D78"/>
                </a:solidFill>
              </a:defRPr>
            </a:lvl9pPr>
          </a:lstStyle>
          <a:p xmlns:a="http://schemas.openxmlformats.org/drawingml/2006/main">
            <a:pPr algn="ctr">
              <a:defRPr sz="1125" b="1">
                <a:solidFill>
                  <a:srgbClr val="1E5D78"/>
                </a:solidFill>
              </a:defRPr>
            </a:pPr>
            <a:r>
              <a:rPr sz="1125" b="1">
                <a:solidFill>
                  <a:srgbClr val="1E5D78"/>
                </a:solidFill>
              </a:rPr>
              <a:t>HUMAN CHECK</a:t>
            </a:r>
          </a:p>
        </p:txBody>
      </p:sp>
      <p:sp>
        <p:nvSpPr>
          <p:cNvPr id="23" name="">
            <a:extLst xmlns:a="http://schemas.openxmlformats.org/drawingml/2006/main">
              <a:ext uri="{FF2B5EF4-FFF2-40B4-BE49-F238E27FC236}">
                <a16:creationId xmlns:a16="http://schemas.microsoft.com/office/drawing/2014/main" id="{3A70AFEA-A20E-4D8C-9D0C-504447192F8D}"/>
              </a:ext>
            </a:extLst>
          </p:cNvPr>
          <p:cNvSpPr>
            <a:spLocks xmlns:a="http://schemas.openxmlformats.org/drawingml/2006/main" noGrp="1"/>
          </p:cNvSpPr>
          <p:nvPr/>
        </p:nvSpPr>
        <p:spPr>
          <a:xfrm xmlns:a="http://schemas.openxmlformats.org/drawingml/2006/main">
            <a:off x="8362950" y="2152650"/>
            <a:ext cx="1428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200" b="0">
                <a:solidFill>
                  <a:srgbClr val="2C3E50"/>
                </a:solidFill>
              </a:defRPr>
            </a:defPPr>
            <a:lvl1pPr algn="ctr">
              <a:defRPr sz="1200" b="0">
                <a:solidFill>
                  <a:srgbClr val="2C3E50"/>
                </a:solidFill>
              </a:defRPr>
            </a:lvl1pPr>
            <a:lvl2pPr algn="ctr">
              <a:defRPr sz="1200" b="0">
                <a:solidFill>
                  <a:srgbClr val="2C3E50"/>
                </a:solidFill>
              </a:defRPr>
            </a:lvl2pPr>
            <a:lvl3pPr algn="ctr">
              <a:defRPr sz="1200" b="0">
                <a:solidFill>
                  <a:srgbClr val="2C3E50"/>
                </a:solidFill>
              </a:defRPr>
            </a:lvl3pPr>
            <a:lvl4pPr algn="ctr">
              <a:defRPr sz="1200" b="0">
                <a:solidFill>
                  <a:srgbClr val="2C3E50"/>
                </a:solidFill>
              </a:defRPr>
            </a:lvl4pPr>
            <a:lvl5pPr algn="ctr">
              <a:defRPr sz="1200" b="0">
                <a:solidFill>
                  <a:srgbClr val="2C3E50"/>
                </a:solidFill>
              </a:defRPr>
            </a:lvl5pPr>
            <a:lvl6pPr algn="ctr">
              <a:defRPr sz="1200" b="0">
                <a:solidFill>
                  <a:srgbClr val="2C3E50"/>
                </a:solidFill>
              </a:defRPr>
            </a:lvl6pPr>
            <a:lvl7pPr algn="ctr">
              <a:defRPr sz="1200" b="0">
                <a:solidFill>
                  <a:srgbClr val="2C3E50"/>
                </a:solidFill>
              </a:defRPr>
            </a:lvl7pPr>
            <a:lvl8pPr algn="ctr">
              <a:defRPr sz="1200" b="0">
                <a:solidFill>
                  <a:srgbClr val="2C3E50"/>
                </a:solidFill>
              </a:defRPr>
            </a:lvl8pPr>
            <a:lvl9pPr algn="ctr">
              <a:defRPr sz="1200" b="0">
                <a:solidFill>
                  <a:srgbClr val="2C3E50"/>
                </a:solidFill>
              </a:defRPr>
            </a:lvl9pPr>
          </a:lstStyle>
          <a:p xmlns:a="http://schemas.openxmlformats.org/drawingml/2006/main">
            <a:pPr algn="ctr">
              <a:defRPr sz="1200" b="0">
                <a:solidFill>
                  <a:srgbClr val="2C3E50"/>
                </a:solidFill>
              </a:defRPr>
            </a:pPr>
            <a:r>
              <a:rPr sz="1200" b="0">
                <a:solidFill>
                  <a:srgbClr val="2C3E50"/>
                </a:solidFill>
              </a:rPr>
              <a:t>simple questions</a:t>
            </a:r>
          </a:p>
          <a:p xmlns:a="http://schemas.openxmlformats.org/drawingml/2006/main">
            <a:pPr algn="ctr">
              <a:defRPr sz="1200" b="0">
                <a:solidFill>
                  <a:srgbClr val="2C3E50"/>
                </a:solidFill>
              </a:defRPr>
            </a:pPr>
            <a:r>
              <a:rPr sz="1200" b="0">
                <a:solidFill>
                  <a:srgbClr val="2C3E50"/>
                </a:solidFill>
              </a:rPr>
              <a:t>for uncertain facts</a:t>
            </a:r>
          </a:p>
        </p:txBody>
      </p:sp>
      <p:sp>
        <p:nvSpPr>
          <p:cNvPr id="24" name="">
            <a:extLst xmlns:a="http://schemas.openxmlformats.org/drawingml/2006/main">
              <a:ext uri="{FF2B5EF4-FFF2-40B4-BE49-F238E27FC236}">
                <a16:creationId xmlns:a16="http://schemas.microsoft.com/office/drawing/2014/main" id="{8586F4DD-D9EF-40B8-AB89-023ED94F8F54}"/>
              </a:ext>
            </a:extLst>
          </p:cNvPr>
          <p:cNvSpPr>
            <a:spLocks xmlns:a="http://schemas.openxmlformats.org/drawingml/2006/main" noGrp="1"/>
          </p:cNvSpPr>
          <p:nvPr/>
        </p:nvSpPr>
        <p:spPr>
          <a:xfrm xmlns:a="http://schemas.openxmlformats.org/drawingml/2006/main">
            <a:off x="9906000" y="2095500"/>
            <a:ext cx="285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800" b="1">
                <a:solidFill>
                  <a:srgbClr val="1E5D78"/>
                </a:solidFill>
              </a:defRPr>
            </a:defPPr>
            <a:lvl1pPr algn="ctr">
              <a:defRPr sz="1800" b="1">
                <a:solidFill>
                  <a:srgbClr val="1E5D78"/>
                </a:solidFill>
              </a:defRPr>
            </a:lvl1pPr>
            <a:lvl2pPr algn="ctr">
              <a:defRPr sz="1800" b="1">
                <a:solidFill>
                  <a:srgbClr val="1E5D78"/>
                </a:solidFill>
              </a:defRPr>
            </a:lvl2pPr>
            <a:lvl3pPr algn="ctr">
              <a:defRPr sz="1800" b="1">
                <a:solidFill>
                  <a:srgbClr val="1E5D78"/>
                </a:solidFill>
              </a:defRPr>
            </a:lvl3pPr>
            <a:lvl4pPr algn="ctr">
              <a:defRPr sz="1800" b="1">
                <a:solidFill>
                  <a:srgbClr val="1E5D78"/>
                </a:solidFill>
              </a:defRPr>
            </a:lvl4pPr>
            <a:lvl5pPr algn="ctr">
              <a:defRPr sz="1800" b="1">
                <a:solidFill>
                  <a:srgbClr val="1E5D78"/>
                </a:solidFill>
              </a:defRPr>
            </a:lvl5pPr>
            <a:lvl6pPr algn="ctr">
              <a:defRPr sz="1800" b="1">
                <a:solidFill>
                  <a:srgbClr val="1E5D78"/>
                </a:solidFill>
              </a:defRPr>
            </a:lvl6pPr>
            <a:lvl7pPr algn="ctr">
              <a:defRPr sz="1800" b="1">
                <a:solidFill>
                  <a:srgbClr val="1E5D78"/>
                </a:solidFill>
              </a:defRPr>
            </a:lvl7pPr>
            <a:lvl8pPr algn="ctr">
              <a:defRPr sz="1800" b="1">
                <a:solidFill>
                  <a:srgbClr val="1E5D78"/>
                </a:solidFill>
              </a:defRPr>
            </a:lvl8pPr>
            <a:lvl9pPr algn="ctr">
              <a:defRPr sz="1800" b="1">
                <a:solidFill>
                  <a:srgbClr val="1E5D78"/>
                </a:solidFill>
              </a:defRPr>
            </a:lvl9pPr>
          </a:lstStyle>
          <a:p xmlns:a="http://schemas.openxmlformats.org/drawingml/2006/main">
            <a:pPr algn="ctr">
              <a:defRPr sz="1800" b="1">
                <a:solidFill>
                  <a:srgbClr val="1E5D78"/>
                </a:solidFill>
              </a:defRPr>
            </a:pPr>
            <a:r>
              <a:rPr sz="1800" b="1">
                <a:solidFill>
                  <a:srgbClr val="1E5D78"/>
                </a:solidFill>
              </a:rPr>
              <a:t>→</a:t>
            </a:r>
          </a:p>
        </p:txBody>
      </p:sp>
      <p:sp>
        <p:nvSpPr>
          <p:cNvPr id="25" name="">
            <a:extLst xmlns:a="http://schemas.openxmlformats.org/drawingml/2006/main">
              <a:ext uri="{FF2B5EF4-FFF2-40B4-BE49-F238E27FC236}">
                <a16:creationId xmlns:a16="http://schemas.microsoft.com/office/drawing/2014/main" id="{8D708974-3A71-4A15-B341-2D68D2047DB9}"/>
              </a:ext>
            </a:extLst>
          </p:cNvPr>
          <p:cNvSpPr>
            <a:spLocks xmlns:a="http://schemas.openxmlformats.org/drawingml/2006/main" noGrp="1"/>
          </p:cNvSpPr>
          <p:nvPr/>
        </p:nvSpPr>
        <p:spPr>
          <a:xfrm xmlns:a="http://schemas.openxmlformats.org/drawingml/2006/main">
            <a:off x="10191750" y="1695450"/>
            <a:ext cx="1657350" cy="1181100"/>
          </a:xfrm>
          <a:prstGeom xmlns:a="http://schemas.openxmlformats.org/drawingml/2006/main" prst="roundRect">
            <a:avLst>
              <a:gd name="adj" fmla="val 6452"/>
            </a:avLst>
          </a:prstGeom>
          <a:solidFill xmlns:a="http://schemas.openxmlformats.org/drawingml/2006/main">
            <a:srgbClr val="FFFDFC"/>
          </a:solidFill>
          <a:ln xmlns:a="http://schemas.openxmlformats.org/drawingml/2006/main" w="9525">
            <a:solidFill>
              <a:srgbClr val="D8D3CA"/>
            </a:solidFill>
            <a:prstDash val="solid"/>
          </a:ln>
        </p:spPr>
      </p:sp>
      <p:sp>
        <p:nvSpPr>
          <p:cNvPr id="26" name="">
            <a:extLst xmlns:a="http://schemas.openxmlformats.org/drawingml/2006/main">
              <a:ext uri="{FF2B5EF4-FFF2-40B4-BE49-F238E27FC236}">
                <a16:creationId xmlns:a16="http://schemas.microsoft.com/office/drawing/2014/main" id="{5518F25F-9B78-4DE3-BE82-F95D2D5C4436}"/>
              </a:ext>
            </a:extLst>
          </p:cNvPr>
          <p:cNvSpPr>
            <a:spLocks xmlns:a="http://schemas.openxmlformats.org/drawingml/2006/main" noGrp="1"/>
          </p:cNvSpPr>
          <p:nvPr/>
        </p:nvSpPr>
        <p:spPr>
          <a:xfrm xmlns:a="http://schemas.openxmlformats.org/drawingml/2006/main">
            <a:off x="10287000" y="1828800"/>
            <a:ext cx="1466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125" b="1">
                <a:solidFill>
                  <a:srgbClr val="1E5D78"/>
                </a:solidFill>
              </a:defRPr>
            </a:defPPr>
            <a:lvl1pPr algn="ctr">
              <a:defRPr sz="1125" b="1">
                <a:solidFill>
                  <a:srgbClr val="1E5D78"/>
                </a:solidFill>
              </a:defRPr>
            </a:lvl1pPr>
            <a:lvl2pPr algn="ctr">
              <a:defRPr sz="1125" b="1">
                <a:solidFill>
                  <a:srgbClr val="1E5D78"/>
                </a:solidFill>
              </a:defRPr>
            </a:lvl2pPr>
            <a:lvl3pPr algn="ctr">
              <a:defRPr sz="1125" b="1">
                <a:solidFill>
                  <a:srgbClr val="1E5D78"/>
                </a:solidFill>
              </a:defRPr>
            </a:lvl3pPr>
            <a:lvl4pPr algn="ctr">
              <a:defRPr sz="1125" b="1">
                <a:solidFill>
                  <a:srgbClr val="1E5D78"/>
                </a:solidFill>
              </a:defRPr>
            </a:lvl4pPr>
            <a:lvl5pPr algn="ctr">
              <a:defRPr sz="1125" b="1">
                <a:solidFill>
                  <a:srgbClr val="1E5D78"/>
                </a:solidFill>
              </a:defRPr>
            </a:lvl5pPr>
            <a:lvl6pPr algn="ctr">
              <a:defRPr sz="1125" b="1">
                <a:solidFill>
                  <a:srgbClr val="1E5D78"/>
                </a:solidFill>
              </a:defRPr>
            </a:lvl6pPr>
            <a:lvl7pPr algn="ctr">
              <a:defRPr sz="1125" b="1">
                <a:solidFill>
                  <a:srgbClr val="1E5D78"/>
                </a:solidFill>
              </a:defRPr>
            </a:lvl7pPr>
            <a:lvl8pPr algn="ctr">
              <a:defRPr sz="1125" b="1">
                <a:solidFill>
                  <a:srgbClr val="1E5D78"/>
                </a:solidFill>
              </a:defRPr>
            </a:lvl8pPr>
            <a:lvl9pPr algn="ctr">
              <a:defRPr sz="1125" b="1">
                <a:solidFill>
                  <a:srgbClr val="1E5D78"/>
                </a:solidFill>
              </a:defRPr>
            </a:lvl9pPr>
          </a:lstStyle>
          <a:p xmlns:a="http://schemas.openxmlformats.org/drawingml/2006/main">
            <a:pPr algn="ctr">
              <a:defRPr sz="1125" b="1">
                <a:solidFill>
                  <a:srgbClr val="1E5D78"/>
                </a:solidFill>
              </a:defRPr>
            </a:pPr>
            <a:r>
              <a:rPr sz="1125" b="1">
                <a:solidFill>
                  <a:srgbClr val="1E5D78"/>
                </a:solidFill>
              </a:rPr>
              <a:t>RESULT</a:t>
            </a:r>
          </a:p>
        </p:txBody>
      </p:sp>
      <p:sp>
        <p:nvSpPr>
          <p:cNvPr id="27" name="">
            <a:extLst xmlns:a="http://schemas.openxmlformats.org/drawingml/2006/main">
              <a:ext uri="{FF2B5EF4-FFF2-40B4-BE49-F238E27FC236}">
                <a16:creationId xmlns:a16="http://schemas.microsoft.com/office/drawing/2014/main" id="{F3AB4BA7-243E-4958-A9BD-5D29316C236E}"/>
              </a:ext>
            </a:extLst>
          </p:cNvPr>
          <p:cNvSpPr>
            <a:spLocks xmlns:a="http://schemas.openxmlformats.org/drawingml/2006/main" noGrp="1"/>
          </p:cNvSpPr>
          <p:nvPr/>
        </p:nvSpPr>
        <p:spPr>
          <a:xfrm xmlns:a="http://schemas.openxmlformats.org/drawingml/2006/main">
            <a:off x="10306050" y="2152650"/>
            <a:ext cx="1428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200" b="0">
                <a:solidFill>
                  <a:srgbClr val="2C3E50"/>
                </a:solidFill>
              </a:defRPr>
            </a:defPPr>
            <a:lvl1pPr algn="ctr">
              <a:defRPr sz="1200" b="0">
                <a:solidFill>
                  <a:srgbClr val="2C3E50"/>
                </a:solidFill>
              </a:defRPr>
            </a:lvl1pPr>
            <a:lvl2pPr algn="ctr">
              <a:defRPr sz="1200" b="0">
                <a:solidFill>
                  <a:srgbClr val="2C3E50"/>
                </a:solidFill>
              </a:defRPr>
            </a:lvl2pPr>
            <a:lvl3pPr algn="ctr">
              <a:defRPr sz="1200" b="0">
                <a:solidFill>
                  <a:srgbClr val="2C3E50"/>
                </a:solidFill>
              </a:defRPr>
            </a:lvl3pPr>
            <a:lvl4pPr algn="ctr">
              <a:defRPr sz="1200" b="0">
                <a:solidFill>
                  <a:srgbClr val="2C3E50"/>
                </a:solidFill>
              </a:defRPr>
            </a:lvl4pPr>
            <a:lvl5pPr algn="ctr">
              <a:defRPr sz="1200" b="0">
                <a:solidFill>
                  <a:srgbClr val="2C3E50"/>
                </a:solidFill>
              </a:defRPr>
            </a:lvl5pPr>
            <a:lvl6pPr algn="ctr">
              <a:defRPr sz="1200" b="0">
                <a:solidFill>
                  <a:srgbClr val="2C3E50"/>
                </a:solidFill>
              </a:defRPr>
            </a:lvl6pPr>
            <a:lvl7pPr algn="ctr">
              <a:defRPr sz="1200" b="0">
                <a:solidFill>
                  <a:srgbClr val="2C3E50"/>
                </a:solidFill>
              </a:defRPr>
            </a:lvl7pPr>
            <a:lvl8pPr algn="ctr">
              <a:defRPr sz="1200" b="0">
                <a:solidFill>
                  <a:srgbClr val="2C3E50"/>
                </a:solidFill>
              </a:defRPr>
            </a:lvl8pPr>
            <a:lvl9pPr algn="ctr">
              <a:defRPr sz="1200" b="0">
                <a:solidFill>
                  <a:srgbClr val="2C3E50"/>
                </a:solidFill>
              </a:defRPr>
            </a:lvl9pPr>
          </a:lstStyle>
          <a:p xmlns:a="http://schemas.openxmlformats.org/drawingml/2006/main">
            <a:pPr algn="ctr">
              <a:defRPr sz="1200" b="0">
                <a:solidFill>
                  <a:srgbClr val="2C3E50"/>
                </a:solidFill>
              </a:defRPr>
            </a:pPr>
            <a:r>
              <a:rPr sz="1200" b="0">
                <a:solidFill>
                  <a:srgbClr val="2C3E50"/>
                </a:solidFill>
              </a:rPr>
              <a:t>score • risk bar</a:t>
            </a:r>
          </a:p>
          <a:p xmlns:a="http://schemas.openxmlformats.org/drawingml/2006/main">
            <a:pPr algn="ctr">
              <a:defRPr sz="1200" b="0">
                <a:solidFill>
                  <a:srgbClr val="2C3E50"/>
                </a:solidFill>
              </a:defRPr>
            </a:pPr>
            <a:r>
              <a:rPr sz="1200" b="0">
                <a:solidFill>
                  <a:srgbClr val="2C3E50"/>
                </a:solidFill>
              </a:rPr>
              <a:t>three-step plan</a:t>
            </a:r>
          </a:p>
        </p:txBody>
      </p:sp>
      <p:sp>
        <p:nvSpPr>
          <p:cNvPr id="28" name="">
            <a:extLst xmlns:a="http://schemas.openxmlformats.org/drawingml/2006/main">
              <a:ext uri="{FF2B5EF4-FFF2-40B4-BE49-F238E27FC236}">
                <a16:creationId xmlns:a16="http://schemas.microsoft.com/office/drawing/2014/main" id="{D892606A-13E8-4EF1-8BDC-9291BB7DE6D9}"/>
              </a:ext>
            </a:extLst>
          </p:cNvPr>
          <p:cNvSpPr>
            <a:spLocks xmlns:a="http://schemas.openxmlformats.org/drawingml/2006/main" noGrp="1"/>
          </p:cNvSpPr>
          <p:nvPr/>
        </p:nvSpPr>
        <p:spPr>
          <a:xfrm xmlns:a="http://schemas.openxmlformats.org/drawingml/2006/main">
            <a:off x="628650" y="3105150"/>
            <a:ext cx="10934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350" b="1">
                <a:solidFill>
                  <a:srgbClr val="203247"/>
                </a:solidFill>
              </a:defRPr>
            </a:defPPr>
            <a:lvl1pPr algn="ctr">
              <a:defRPr sz="1350" b="1">
                <a:solidFill>
                  <a:srgbClr val="203247"/>
                </a:solidFill>
              </a:defRPr>
            </a:lvl1pPr>
            <a:lvl2pPr algn="ctr">
              <a:defRPr sz="1350" b="1">
                <a:solidFill>
                  <a:srgbClr val="203247"/>
                </a:solidFill>
              </a:defRPr>
            </a:lvl2pPr>
            <a:lvl3pPr algn="ctr">
              <a:defRPr sz="1350" b="1">
                <a:solidFill>
                  <a:srgbClr val="203247"/>
                </a:solidFill>
              </a:defRPr>
            </a:lvl3pPr>
            <a:lvl4pPr algn="ctr">
              <a:defRPr sz="1350" b="1">
                <a:solidFill>
                  <a:srgbClr val="203247"/>
                </a:solidFill>
              </a:defRPr>
            </a:lvl4pPr>
            <a:lvl5pPr algn="ctr">
              <a:defRPr sz="1350" b="1">
                <a:solidFill>
                  <a:srgbClr val="203247"/>
                </a:solidFill>
              </a:defRPr>
            </a:lvl5pPr>
            <a:lvl6pPr algn="ctr">
              <a:defRPr sz="1350" b="1">
                <a:solidFill>
                  <a:srgbClr val="203247"/>
                </a:solidFill>
              </a:defRPr>
            </a:lvl6pPr>
            <a:lvl7pPr algn="ctr">
              <a:defRPr sz="1350" b="1">
                <a:solidFill>
                  <a:srgbClr val="203247"/>
                </a:solidFill>
              </a:defRPr>
            </a:lvl7pPr>
            <a:lvl8pPr algn="ctr">
              <a:defRPr sz="1350" b="1">
                <a:solidFill>
                  <a:srgbClr val="203247"/>
                </a:solidFill>
              </a:defRPr>
            </a:lvl8pPr>
            <a:lvl9pPr algn="ctr">
              <a:defRPr sz="1350" b="1">
                <a:solidFill>
                  <a:srgbClr val="203247"/>
                </a:solidFill>
              </a:defRPr>
            </a:lvl9pPr>
          </a:lstStyle>
          <a:p xmlns:a="http://schemas.openxmlformats.org/drawingml/2006/main">
            <a:pPr algn="ctr">
              <a:defRPr sz="1350" b="1">
                <a:solidFill>
                  <a:srgbClr val="203247"/>
                </a:solidFill>
              </a:defRPr>
            </a:pPr>
            <a:r>
              <a:rPr sz="1350" b="1">
                <a:solidFill>
                  <a:srgbClr val="203247"/>
                </a:solidFill>
              </a:rPr>
              <a:t>My main challenge was variable AI scoring. The model identifies evidence; my Python layer controls every stored result.</a:t>
            </a:r>
          </a:p>
        </p:txBody>
      </p:sp>
      <p:sp>
        <p:nvSpPr>
          <p:cNvPr id="29" name="">
            <a:extLst xmlns:a="http://schemas.openxmlformats.org/drawingml/2006/main">
              <a:ext uri="{FF2B5EF4-FFF2-40B4-BE49-F238E27FC236}">
                <a16:creationId xmlns:a16="http://schemas.microsoft.com/office/drawing/2014/main" id="{C405534B-D3A4-4D78-91B8-B8B294A31BB4}"/>
              </a:ext>
            </a:extLst>
          </p:cNvPr>
          <p:cNvSpPr>
            <a:spLocks xmlns:a="http://schemas.openxmlformats.org/drawingml/2006/main" noGrp="1"/>
          </p:cNvSpPr>
          <p:nvPr/>
        </p:nvSpPr>
        <p:spPr>
          <a:xfrm xmlns:a="http://schemas.openxmlformats.org/drawingml/2006/main">
            <a:off x="2628900" y="3390900"/>
            <a:ext cx="19050" cy="361950"/>
          </a:xfrm>
          <a:prstGeom xmlns:a="http://schemas.openxmlformats.org/drawingml/2006/main" prst="rect">
            <a:avLst/>
          </a:prstGeom>
          <a:solidFill xmlns:a="http://schemas.openxmlformats.org/drawingml/2006/main">
            <a:srgbClr val="1E5D78"/>
          </a:solidFill>
          <a:ln xmlns:a="http://schemas.openxmlformats.org/drawingml/2006/main" w="0">
            <a:noFill/>
          </a:ln>
        </p:spPr>
      </p:sp>
      <p:sp>
        <p:nvSpPr>
          <p:cNvPr id="30" name="">
            <a:extLst xmlns:a="http://schemas.openxmlformats.org/drawingml/2006/main">
              <a:ext uri="{FF2B5EF4-FFF2-40B4-BE49-F238E27FC236}">
                <a16:creationId xmlns:a16="http://schemas.microsoft.com/office/drawing/2014/main" id="{EDB5AE51-F0E0-4FB7-9B33-3C1DCB44F39D}"/>
              </a:ext>
            </a:extLst>
          </p:cNvPr>
          <p:cNvSpPr>
            <a:spLocks xmlns:a="http://schemas.openxmlformats.org/drawingml/2006/main" noGrp="1"/>
          </p:cNvSpPr>
          <p:nvPr/>
        </p:nvSpPr>
        <p:spPr>
          <a:xfrm xmlns:a="http://schemas.openxmlformats.org/drawingml/2006/main">
            <a:off x="2533650" y="3657600"/>
            <a:ext cx="2095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750" b="1">
                <a:solidFill>
                  <a:srgbClr val="1E5D78"/>
                </a:solidFill>
              </a:defRPr>
            </a:defPPr>
            <a:lvl1pPr algn="ctr">
              <a:defRPr sz="750" b="1">
                <a:solidFill>
                  <a:srgbClr val="1E5D78"/>
                </a:solidFill>
              </a:defRPr>
            </a:lvl1pPr>
            <a:lvl2pPr algn="ctr">
              <a:defRPr sz="750" b="1">
                <a:solidFill>
                  <a:srgbClr val="1E5D78"/>
                </a:solidFill>
              </a:defRPr>
            </a:lvl2pPr>
            <a:lvl3pPr algn="ctr">
              <a:defRPr sz="750" b="1">
                <a:solidFill>
                  <a:srgbClr val="1E5D78"/>
                </a:solidFill>
              </a:defRPr>
            </a:lvl3pPr>
            <a:lvl4pPr algn="ctr">
              <a:defRPr sz="750" b="1">
                <a:solidFill>
                  <a:srgbClr val="1E5D78"/>
                </a:solidFill>
              </a:defRPr>
            </a:lvl4pPr>
            <a:lvl5pPr algn="ctr">
              <a:defRPr sz="750" b="1">
                <a:solidFill>
                  <a:srgbClr val="1E5D78"/>
                </a:solidFill>
              </a:defRPr>
            </a:lvl5pPr>
            <a:lvl6pPr algn="ctr">
              <a:defRPr sz="750" b="1">
                <a:solidFill>
                  <a:srgbClr val="1E5D78"/>
                </a:solidFill>
              </a:defRPr>
            </a:lvl6pPr>
            <a:lvl7pPr algn="ctr">
              <a:defRPr sz="750" b="1">
                <a:solidFill>
                  <a:srgbClr val="1E5D78"/>
                </a:solidFill>
              </a:defRPr>
            </a:lvl7pPr>
            <a:lvl8pPr algn="ctr">
              <a:defRPr sz="750" b="1">
                <a:solidFill>
                  <a:srgbClr val="1E5D78"/>
                </a:solidFill>
              </a:defRPr>
            </a:lvl8pPr>
            <a:lvl9pPr algn="ctr">
              <a:defRPr sz="750" b="1">
                <a:solidFill>
                  <a:srgbClr val="1E5D78"/>
                </a:solidFill>
              </a:defRPr>
            </a:lvl9pPr>
          </a:lstStyle>
          <a:p xmlns:a="http://schemas.openxmlformats.org/drawingml/2006/main">
            <a:pPr algn="ctr">
              <a:defRPr sz="750" b="1">
                <a:solidFill>
                  <a:srgbClr val="1E5D78"/>
                </a:solidFill>
              </a:defRPr>
            </a:pPr>
            <a:r>
              <a:rPr sz="750" b="1">
                <a:solidFill>
                  <a:srgbClr val="1E5D78"/>
                </a:solidFill>
              </a:rPr>
              <a:t>▼</a:t>
            </a:r>
          </a:p>
        </p:txBody>
      </p:sp>
      <p:sp>
        <p:nvSpPr>
          <p:cNvPr id="31" name="">
            <a:extLst xmlns:a="http://schemas.openxmlformats.org/drawingml/2006/main">
              <a:ext uri="{FF2B5EF4-FFF2-40B4-BE49-F238E27FC236}">
                <a16:creationId xmlns:a16="http://schemas.microsoft.com/office/drawing/2014/main" id="{7A8BAC2A-9B87-40CE-8614-D4C24337FF14}"/>
              </a:ext>
            </a:extLst>
          </p:cNvPr>
          <p:cNvSpPr>
            <a:spLocks xmlns:a="http://schemas.openxmlformats.org/drawingml/2006/main" noGrp="1"/>
          </p:cNvSpPr>
          <p:nvPr/>
        </p:nvSpPr>
        <p:spPr>
          <a:xfrm xmlns:a="http://schemas.openxmlformats.org/drawingml/2006/main">
            <a:off x="6096000" y="3390900"/>
            <a:ext cx="19050" cy="361950"/>
          </a:xfrm>
          <a:prstGeom xmlns:a="http://schemas.openxmlformats.org/drawingml/2006/main" prst="rect">
            <a:avLst/>
          </a:prstGeom>
          <a:solidFill xmlns:a="http://schemas.openxmlformats.org/drawingml/2006/main">
            <a:srgbClr val="1E5D78"/>
          </a:solidFill>
          <a:ln xmlns:a="http://schemas.openxmlformats.org/drawingml/2006/main" w="0">
            <a:noFill/>
          </a:ln>
        </p:spPr>
      </p:sp>
      <p:sp>
        <p:nvSpPr>
          <p:cNvPr id="32" name="">
            <a:extLst xmlns:a="http://schemas.openxmlformats.org/drawingml/2006/main">
              <a:ext uri="{FF2B5EF4-FFF2-40B4-BE49-F238E27FC236}">
                <a16:creationId xmlns:a16="http://schemas.microsoft.com/office/drawing/2014/main" id="{05EC065C-B81D-441A-9879-794E0F5D0258}"/>
              </a:ext>
            </a:extLst>
          </p:cNvPr>
          <p:cNvSpPr>
            <a:spLocks xmlns:a="http://schemas.openxmlformats.org/drawingml/2006/main" noGrp="1"/>
          </p:cNvSpPr>
          <p:nvPr/>
        </p:nvSpPr>
        <p:spPr>
          <a:xfrm xmlns:a="http://schemas.openxmlformats.org/drawingml/2006/main">
            <a:off x="6000750" y="3657600"/>
            <a:ext cx="2095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750" b="1">
                <a:solidFill>
                  <a:srgbClr val="1E5D78"/>
                </a:solidFill>
              </a:defRPr>
            </a:defPPr>
            <a:lvl1pPr algn="ctr">
              <a:defRPr sz="750" b="1">
                <a:solidFill>
                  <a:srgbClr val="1E5D78"/>
                </a:solidFill>
              </a:defRPr>
            </a:lvl1pPr>
            <a:lvl2pPr algn="ctr">
              <a:defRPr sz="750" b="1">
                <a:solidFill>
                  <a:srgbClr val="1E5D78"/>
                </a:solidFill>
              </a:defRPr>
            </a:lvl2pPr>
            <a:lvl3pPr algn="ctr">
              <a:defRPr sz="750" b="1">
                <a:solidFill>
                  <a:srgbClr val="1E5D78"/>
                </a:solidFill>
              </a:defRPr>
            </a:lvl3pPr>
            <a:lvl4pPr algn="ctr">
              <a:defRPr sz="750" b="1">
                <a:solidFill>
                  <a:srgbClr val="1E5D78"/>
                </a:solidFill>
              </a:defRPr>
            </a:lvl4pPr>
            <a:lvl5pPr algn="ctr">
              <a:defRPr sz="750" b="1">
                <a:solidFill>
                  <a:srgbClr val="1E5D78"/>
                </a:solidFill>
              </a:defRPr>
            </a:lvl5pPr>
            <a:lvl6pPr algn="ctr">
              <a:defRPr sz="750" b="1">
                <a:solidFill>
                  <a:srgbClr val="1E5D78"/>
                </a:solidFill>
              </a:defRPr>
            </a:lvl6pPr>
            <a:lvl7pPr algn="ctr">
              <a:defRPr sz="750" b="1">
                <a:solidFill>
                  <a:srgbClr val="1E5D78"/>
                </a:solidFill>
              </a:defRPr>
            </a:lvl7pPr>
            <a:lvl8pPr algn="ctr">
              <a:defRPr sz="750" b="1">
                <a:solidFill>
                  <a:srgbClr val="1E5D78"/>
                </a:solidFill>
              </a:defRPr>
            </a:lvl8pPr>
            <a:lvl9pPr algn="ctr">
              <a:defRPr sz="750" b="1">
                <a:solidFill>
                  <a:srgbClr val="1E5D78"/>
                </a:solidFill>
              </a:defRPr>
            </a:lvl9pPr>
          </a:lstStyle>
          <a:p xmlns:a="http://schemas.openxmlformats.org/drawingml/2006/main">
            <a:pPr algn="ctr">
              <a:defRPr sz="750" b="1">
                <a:solidFill>
                  <a:srgbClr val="1E5D78"/>
                </a:solidFill>
              </a:defRPr>
            </a:pPr>
            <a:r>
              <a:rPr sz="750" b="1">
                <a:solidFill>
                  <a:srgbClr val="1E5D78"/>
                </a:solidFill>
              </a:rPr>
              <a:t>▼</a:t>
            </a:r>
          </a:p>
        </p:txBody>
      </p:sp>
      <p:sp>
        <p:nvSpPr>
          <p:cNvPr id="33" name="">
            <a:extLst xmlns:a="http://schemas.openxmlformats.org/drawingml/2006/main">
              <a:ext uri="{FF2B5EF4-FFF2-40B4-BE49-F238E27FC236}">
                <a16:creationId xmlns:a16="http://schemas.microsoft.com/office/drawing/2014/main" id="{129E0CEB-D8FA-4EC5-8238-443EFFB99093}"/>
              </a:ext>
            </a:extLst>
          </p:cNvPr>
          <p:cNvSpPr>
            <a:spLocks xmlns:a="http://schemas.openxmlformats.org/drawingml/2006/main" noGrp="1"/>
          </p:cNvSpPr>
          <p:nvPr/>
        </p:nvSpPr>
        <p:spPr>
          <a:xfrm xmlns:a="http://schemas.openxmlformats.org/drawingml/2006/main">
            <a:off x="9563100" y="3390900"/>
            <a:ext cx="19050" cy="361950"/>
          </a:xfrm>
          <a:prstGeom xmlns:a="http://schemas.openxmlformats.org/drawingml/2006/main" prst="rect">
            <a:avLst/>
          </a:prstGeom>
          <a:solidFill xmlns:a="http://schemas.openxmlformats.org/drawingml/2006/main">
            <a:srgbClr val="1E5D78"/>
          </a:solidFill>
          <a:ln xmlns:a="http://schemas.openxmlformats.org/drawingml/2006/main" w="0">
            <a:noFill/>
          </a:ln>
        </p:spPr>
      </p:sp>
      <p:sp>
        <p:nvSpPr>
          <p:cNvPr id="34" name="">
            <a:extLst xmlns:a="http://schemas.openxmlformats.org/drawingml/2006/main">
              <a:ext uri="{FF2B5EF4-FFF2-40B4-BE49-F238E27FC236}">
                <a16:creationId xmlns:a16="http://schemas.microsoft.com/office/drawing/2014/main" id="{921F858A-8190-42F4-834C-2AB3BD44DAA8}"/>
              </a:ext>
            </a:extLst>
          </p:cNvPr>
          <p:cNvSpPr>
            <a:spLocks xmlns:a="http://schemas.openxmlformats.org/drawingml/2006/main" noGrp="1"/>
          </p:cNvSpPr>
          <p:nvPr/>
        </p:nvSpPr>
        <p:spPr>
          <a:xfrm xmlns:a="http://schemas.openxmlformats.org/drawingml/2006/main">
            <a:off x="9467850" y="3657600"/>
            <a:ext cx="2095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750" b="1">
                <a:solidFill>
                  <a:srgbClr val="1E5D78"/>
                </a:solidFill>
              </a:defRPr>
            </a:defPPr>
            <a:lvl1pPr algn="ctr">
              <a:defRPr sz="750" b="1">
                <a:solidFill>
                  <a:srgbClr val="1E5D78"/>
                </a:solidFill>
              </a:defRPr>
            </a:lvl1pPr>
            <a:lvl2pPr algn="ctr">
              <a:defRPr sz="750" b="1">
                <a:solidFill>
                  <a:srgbClr val="1E5D78"/>
                </a:solidFill>
              </a:defRPr>
            </a:lvl2pPr>
            <a:lvl3pPr algn="ctr">
              <a:defRPr sz="750" b="1">
                <a:solidFill>
                  <a:srgbClr val="1E5D78"/>
                </a:solidFill>
              </a:defRPr>
            </a:lvl3pPr>
            <a:lvl4pPr algn="ctr">
              <a:defRPr sz="750" b="1">
                <a:solidFill>
                  <a:srgbClr val="1E5D78"/>
                </a:solidFill>
              </a:defRPr>
            </a:lvl4pPr>
            <a:lvl5pPr algn="ctr">
              <a:defRPr sz="750" b="1">
                <a:solidFill>
                  <a:srgbClr val="1E5D78"/>
                </a:solidFill>
              </a:defRPr>
            </a:lvl5pPr>
            <a:lvl6pPr algn="ctr">
              <a:defRPr sz="750" b="1">
                <a:solidFill>
                  <a:srgbClr val="1E5D78"/>
                </a:solidFill>
              </a:defRPr>
            </a:lvl6pPr>
            <a:lvl7pPr algn="ctr">
              <a:defRPr sz="750" b="1">
                <a:solidFill>
                  <a:srgbClr val="1E5D78"/>
                </a:solidFill>
              </a:defRPr>
            </a:lvl7pPr>
            <a:lvl8pPr algn="ctr">
              <a:defRPr sz="750" b="1">
                <a:solidFill>
                  <a:srgbClr val="1E5D78"/>
                </a:solidFill>
              </a:defRPr>
            </a:lvl8pPr>
            <a:lvl9pPr algn="ctr">
              <a:defRPr sz="750" b="1">
                <a:solidFill>
                  <a:srgbClr val="1E5D78"/>
                </a:solidFill>
              </a:defRPr>
            </a:lvl9pPr>
          </a:lstStyle>
          <a:p xmlns:a="http://schemas.openxmlformats.org/drawingml/2006/main">
            <a:pPr algn="ctr">
              <a:defRPr sz="750" b="1">
                <a:solidFill>
                  <a:srgbClr val="1E5D78"/>
                </a:solidFill>
              </a:defRPr>
            </a:pPr>
            <a:r>
              <a:rPr sz="750" b="1">
                <a:solidFill>
                  <a:srgbClr val="1E5D78"/>
                </a:solidFill>
              </a:rPr>
              <a:t>▼</a:t>
            </a:r>
          </a:p>
        </p:txBody>
      </p:sp>
      <p:sp>
        <p:nvSpPr>
          <p:cNvPr id="35" name="">
            <a:extLst xmlns:a="http://schemas.openxmlformats.org/drawingml/2006/main">
              <a:ext uri="{FF2B5EF4-FFF2-40B4-BE49-F238E27FC236}">
                <a16:creationId xmlns:a16="http://schemas.microsoft.com/office/drawing/2014/main" id="{B51AAE5A-F896-4C27-A472-51FCC9971FB8}"/>
              </a:ext>
            </a:extLst>
          </p:cNvPr>
          <p:cNvSpPr>
            <a:spLocks xmlns:a="http://schemas.openxmlformats.org/drawingml/2006/main" noGrp="1"/>
          </p:cNvSpPr>
          <p:nvPr/>
        </p:nvSpPr>
        <p:spPr>
          <a:xfrm xmlns:a="http://schemas.openxmlformats.org/drawingml/2006/main">
            <a:off x="1200150" y="3867150"/>
            <a:ext cx="2857500" cy="1352550"/>
          </a:xfrm>
          <a:prstGeom xmlns:a="http://schemas.openxmlformats.org/drawingml/2006/main" prst="roundRect">
            <a:avLst>
              <a:gd name="adj" fmla="val 5634"/>
            </a:avLst>
          </a:prstGeom>
          <a:solidFill xmlns:a="http://schemas.openxmlformats.org/drawingml/2006/main">
            <a:srgbClr val="E3EEF1"/>
          </a:solidFill>
          <a:ln xmlns:a="http://schemas.openxmlformats.org/drawingml/2006/main" w="9525">
            <a:solidFill>
              <a:srgbClr val="1E5D78"/>
            </a:solidFill>
            <a:prstDash val="solid"/>
          </a:ln>
        </p:spPr>
      </p:sp>
      <p:sp>
        <p:nvSpPr>
          <p:cNvPr id="36" name="">
            <a:extLst xmlns:a="http://schemas.openxmlformats.org/drawingml/2006/main">
              <a:ext uri="{FF2B5EF4-FFF2-40B4-BE49-F238E27FC236}">
                <a16:creationId xmlns:a16="http://schemas.microsoft.com/office/drawing/2014/main" id="{56F5166A-EF3A-4AF3-922B-5A41A5E522E4}"/>
              </a:ext>
            </a:extLst>
          </p:cNvPr>
          <p:cNvSpPr>
            <a:spLocks xmlns:a="http://schemas.openxmlformats.org/drawingml/2006/main" noGrp="1"/>
          </p:cNvSpPr>
          <p:nvPr/>
        </p:nvSpPr>
        <p:spPr>
          <a:xfrm xmlns:a="http://schemas.openxmlformats.org/drawingml/2006/main">
            <a:off x="1390650" y="4019550"/>
            <a:ext cx="247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350" b="1">
                <a:solidFill>
                  <a:srgbClr val="1E5D78"/>
                </a:solidFill>
              </a:defRPr>
            </a:defPPr>
            <a:lvl1pPr algn="ctr">
              <a:defRPr sz="1350" b="1">
                <a:solidFill>
                  <a:srgbClr val="1E5D78"/>
                </a:solidFill>
              </a:defRPr>
            </a:lvl1pPr>
            <a:lvl2pPr algn="ctr">
              <a:defRPr sz="1350" b="1">
                <a:solidFill>
                  <a:srgbClr val="1E5D78"/>
                </a:solidFill>
              </a:defRPr>
            </a:lvl2pPr>
            <a:lvl3pPr algn="ctr">
              <a:defRPr sz="1350" b="1">
                <a:solidFill>
                  <a:srgbClr val="1E5D78"/>
                </a:solidFill>
              </a:defRPr>
            </a:lvl3pPr>
            <a:lvl4pPr algn="ctr">
              <a:defRPr sz="1350" b="1">
                <a:solidFill>
                  <a:srgbClr val="1E5D78"/>
                </a:solidFill>
              </a:defRPr>
            </a:lvl4pPr>
            <a:lvl5pPr algn="ctr">
              <a:defRPr sz="1350" b="1">
                <a:solidFill>
                  <a:srgbClr val="1E5D78"/>
                </a:solidFill>
              </a:defRPr>
            </a:lvl5pPr>
            <a:lvl6pPr algn="ctr">
              <a:defRPr sz="1350" b="1">
                <a:solidFill>
                  <a:srgbClr val="1E5D78"/>
                </a:solidFill>
              </a:defRPr>
            </a:lvl6pPr>
            <a:lvl7pPr algn="ctr">
              <a:defRPr sz="1350" b="1">
                <a:solidFill>
                  <a:srgbClr val="1E5D78"/>
                </a:solidFill>
              </a:defRPr>
            </a:lvl7pPr>
            <a:lvl8pPr algn="ctr">
              <a:defRPr sz="1350" b="1">
                <a:solidFill>
                  <a:srgbClr val="1E5D78"/>
                </a:solidFill>
              </a:defRPr>
            </a:lvl8pPr>
            <a:lvl9pPr algn="ctr">
              <a:defRPr sz="1350" b="1">
                <a:solidFill>
                  <a:srgbClr val="1E5D78"/>
                </a:solidFill>
              </a:defRPr>
            </a:lvl9pPr>
          </a:lstStyle>
          <a:p xmlns:a="http://schemas.openxmlformats.org/drawingml/2006/main">
            <a:pPr algn="ctr">
              <a:defRPr sz="1350" b="1">
                <a:solidFill>
                  <a:srgbClr val="1E5D78"/>
                </a:solidFill>
              </a:defRPr>
            </a:pPr>
            <a:r>
              <a:rPr sz="1350" b="1">
                <a:solidFill>
                  <a:srgbClr val="1E5D78"/>
                </a:solidFill>
              </a:rPr>
              <a:t>SUPABASE</a:t>
            </a:r>
          </a:p>
        </p:txBody>
      </p:sp>
      <p:sp>
        <p:nvSpPr>
          <p:cNvPr id="37" name="">
            <a:extLst xmlns:a="http://schemas.openxmlformats.org/drawingml/2006/main">
              <a:ext uri="{FF2B5EF4-FFF2-40B4-BE49-F238E27FC236}">
                <a16:creationId xmlns:a16="http://schemas.microsoft.com/office/drawing/2014/main" id="{47EEE0CE-FAA4-43E0-B1D6-7D7DB32BCD59}"/>
              </a:ext>
            </a:extLst>
          </p:cNvPr>
          <p:cNvSpPr>
            <a:spLocks xmlns:a="http://schemas.openxmlformats.org/drawingml/2006/main" noGrp="1"/>
          </p:cNvSpPr>
          <p:nvPr/>
        </p:nvSpPr>
        <p:spPr>
          <a:xfrm xmlns:a="http://schemas.openxmlformats.org/drawingml/2006/main">
            <a:off x="1390650" y="4343400"/>
            <a:ext cx="2476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200" b="0">
                <a:solidFill>
                  <a:srgbClr val="2C3E50"/>
                </a:solidFill>
              </a:defRPr>
            </a:defPPr>
            <a:lvl1pPr algn="ctr">
              <a:defRPr sz="1200" b="0">
                <a:solidFill>
                  <a:srgbClr val="2C3E50"/>
                </a:solidFill>
              </a:defRPr>
            </a:lvl1pPr>
            <a:lvl2pPr algn="ctr">
              <a:defRPr sz="1200" b="0">
                <a:solidFill>
                  <a:srgbClr val="2C3E50"/>
                </a:solidFill>
              </a:defRPr>
            </a:lvl2pPr>
            <a:lvl3pPr algn="ctr">
              <a:defRPr sz="1200" b="0">
                <a:solidFill>
                  <a:srgbClr val="2C3E50"/>
                </a:solidFill>
              </a:defRPr>
            </a:lvl3pPr>
            <a:lvl4pPr algn="ctr">
              <a:defRPr sz="1200" b="0">
                <a:solidFill>
                  <a:srgbClr val="2C3E50"/>
                </a:solidFill>
              </a:defRPr>
            </a:lvl4pPr>
            <a:lvl5pPr algn="ctr">
              <a:defRPr sz="1200" b="0">
                <a:solidFill>
                  <a:srgbClr val="2C3E50"/>
                </a:solidFill>
              </a:defRPr>
            </a:lvl5pPr>
            <a:lvl6pPr algn="ctr">
              <a:defRPr sz="1200" b="0">
                <a:solidFill>
                  <a:srgbClr val="2C3E50"/>
                </a:solidFill>
              </a:defRPr>
            </a:lvl6pPr>
            <a:lvl7pPr algn="ctr">
              <a:defRPr sz="1200" b="0">
                <a:solidFill>
                  <a:srgbClr val="2C3E50"/>
                </a:solidFill>
              </a:defRPr>
            </a:lvl7pPr>
            <a:lvl8pPr algn="ctr">
              <a:defRPr sz="1200" b="0">
                <a:solidFill>
                  <a:srgbClr val="2C3E50"/>
                </a:solidFill>
              </a:defRPr>
            </a:lvl8pPr>
            <a:lvl9pPr algn="ctr">
              <a:defRPr sz="1200" b="0">
                <a:solidFill>
                  <a:srgbClr val="2C3E50"/>
                </a:solidFill>
              </a:defRPr>
            </a:lvl9pPr>
          </a:lstStyle>
          <a:p xmlns:a="http://schemas.openxmlformats.org/drawingml/2006/main">
            <a:pPr algn="ctr">
              <a:defRPr sz="1200" b="0">
                <a:solidFill>
                  <a:srgbClr val="2C3E50"/>
                </a:solidFill>
              </a:defRPr>
            </a:pPr>
            <a:r>
              <a:rPr sz="1200" b="0">
                <a:solidFill>
                  <a:srgbClr val="2C3E50"/>
                </a:solidFill>
              </a:rPr>
              <a:t>account email + password hash</a:t>
            </a:r>
          </a:p>
          <a:p xmlns:a="http://schemas.openxmlformats.org/drawingml/2006/main">
            <a:pPr algn="ctr">
              <a:defRPr sz="1200" b="0">
                <a:solidFill>
                  <a:srgbClr val="2C3E50"/>
                </a:solidFill>
              </a:defRPr>
            </a:pPr>
            <a:r>
              <a:rPr sz="1200" b="0">
                <a:solidFill>
                  <a:srgbClr val="2C3E50"/>
                </a:solidFill>
              </a:rPr>
              <a:t>Room Names</a:t>
            </a:r>
          </a:p>
          <a:p xmlns:a="http://schemas.openxmlformats.org/drawingml/2006/main">
            <a:pPr algn="ctr">
              <a:defRPr sz="1200" b="0">
                <a:solidFill>
                  <a:srgbClr val="2C3E50"/>
                </a:solidFill>
              </a:defRPr>
            </a:pPr>
            <a:r>
              <a:rPr sz="1200" b="0">
                <a:solidFill>
                  <a:srgbClr val="2C3E50"/>
                </a:solidFill>
              </a:rPr>
              <a:t>structured check history</a:t>
            </a:r>
          </a:p>
        </p:txBody>
      </p:sp>
      <p:sp>
        <p:nvSpPr>
          <p:cNvPr id="38" name="">
            <a:extLst xmlns:a="http://schemas.openxmlformats.org/drawingml/2006/main">
              <a:ext uri="{FF2B5EF4-FFF2-40B4-BE49-F238E27FC236}">
                <a16:creationId xmlns:a16="http://schemas.microsoft.com/office/drawing/2014/main" id="{4603AD20-0A83-4BE9-9BC9-75B4445C4B28}"/>
              </a:ext>
            </a:extLst>
          </p:cNvPr>
          <p:cNvSpPr>
            <a:spLocks xmlns:a="http://schemas.openxmlformats.org/drawingml/2006/main" noGrp="1"/>
          </p:cNvSpPr>
          <p:nvPr/>
        </p:nvSpPr>
        <p:spPr>
          <a:xfrm xmlns:a="http://schemas.openxmlformats.org/drawingml/2006/main">
            <a:off x="4667250" y="3867150"/>
            <a:ext cx="2857500" cy="1352550"/>
          </a:xfrm>
          <a:prstGeom xmlns:a="http://schemas.openxmlformats.org/drawingml/2006/main" prst="roundRect">
            <a:avLst>
              <a:gd name="adj" fmla="val 5634"/>
            </a:avLst>
          </a:prstGeom>
          <a:solidFill xmlns:a="http://schemas.openxmlformats.org/drawingml/2006/main">
            <a:srgbClr val="E3EEF1"/>
          </a:solidFill>
          <a:ln xmlns:a="http://schemas.openxmlformats.org/drawingml/2006/main" w="9525">
            <a:solidFill>
              <a:srgbClr val="1E5D78"/>
            </a:solidFill>
            <a:prstDash val="solid"/>
          </a:ln>
        </p:spPr>
      </p:sp>
      <p:sp>
        <p:nvSpPr>
          <p:cNvPr id="39" name="">
            <a:extLst xmlns:a="http://schemas.openxmlformats.org/drawingml/2006/main">
              <a:ext uri="{FF2B5EF4-FFF2-40B4-BE49-F238E27FC236}">
                <a16:creationId xmlns:a16="http://schemas.microsoft.com/office/drawing/2014/main" id="{F538E968-B355-430D-BF42-9F70EE1FC58E}"/>
              </a:ext>
            </a:extLst>
          </p:cNvPr>
          <p:cNvSpPr>
            <a:spLocks xmlns:a="http://schemas.openxmlformats.org/drawingml/2006/main" noGrp="1"/>
          </p:cNvSpPr>
          <p:nvPr/>
        </p:nvSpPr>
        <p:spPr>
          <a:xfrm xmlns:a="http://schemas.openxmlformats.org/drawingml/2006/main">
            <a:off x="4857750" y="4019550"/>
            <a:ext cx="247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350" b="1">
                <a:solidFill>
                  <a:srgbClr val="1E5D78"/>
                </a:solidFill>
              </a:defRPr>
            </a:defPPr>
            <a:lvl1pPr algn="ctr">
              <a:defRPr sz="1350" b="1">
                <a:solidFill>
                  <a:srgbClr val="1E5D78"/>
                </a:solidFill>
              </a:defRPr>
            </a:lvl1pPr>
            <a:lvl2pPr algn="ctr">
              <a:defRPr sz="1350" b="1">
                <a:solidFill>
                  <a:srgbClr val="1E5D78"/>
                </a:solidFill>
              </a:defRPr>
            </a:lvl2pPr>
            <a:lvl3pPr algn="ctr">
              <a:defRPr sz="1350" b="1">
                <a:solidFill>
                  <a:srgbClr val="1E5D78"/>
                </a:solidFill>
              </a:defRPr>
            </a:lvl3pPr>
            <a:lvl4pPr algn="ctr">
              <a:defRPr sz="1350" b="1">
                <a:solidFill>
                  <a:srgbClr val="1E5D78"/>
                </a:solidFill>
              </a:defRPr>
            </a:lvl4pPr>
            <a:lvl5pPr algn="ctr">
              <a:defRPr sz="1350" b="1">
                <a:solidFill>
                  <a:srgbClr val="1E5D78"/>
                </a:solidFill>
              </a:defRPr>
            </a:lvl5pPr>
            <a:lvl6pPr algn="ctr">
              <a:defRPr sz="1350" b="1">
                <a:solidFill>
                  <a:srgbClr val="1E5D78"/>
                </a:solidFill>
              </a:defRPr>
            </a:lvl6pPr>
            <a:lvl7pPr algn="ctr">
              <a:defRPr sz="1350" b="1">
                <a:solidFill>
                  <a:srgbClr val="1E5D78"/>
                </a:solidFill>
              </a:defRPr>
            </a:lvl7pPr>
            <a:lvl8pPr algn="ctr">
              <a:defRPr sz="1350" b="1">
                <a:solidFill>
                  <a:srgbClr val="1E5D78"/>
                </a:solidFill>
              </a:defRPr>
            </a:lvl8pPr>
            <a:lvl9pPr algn="ctr">
              <a:defRPr sz="1350" b="1">
                <a:solidFill>
                  <a:srgbClr val="1E5D78"/>
                </a:solidFill>
              </a:defRPr>
            </a:lvl9pPr>
          </a:lstStyle>
          <a:p xmlns:a="http://schemas.openxmlformats.org/drawingml/2006/main">
            <a:pPr algn="ctr">
              <a:defRPr sz="1350" b="1">
                <a:solidFill>
                  <a:srgbClr val="1E5D78"/>
                </a:solidFill>
              </a:defRPr>
            </a:pPr>
            <a:r>
              <a:rPr sz="1350" b="1">
                <a:solidFill>
                  <a:srgbClr val="1E5D78"/>
                </a:solidFill>
              </a:rPr>
              <a:t>BREVO EMAIL API</a:t>
            </a:r>
          </a:p>
        </p:txBody>
      </p:sp>
      <p:sp>
        <p:nvSpPr>
          <p:cNvPr id="40" name="">
            <a:extLst xmlns:a="http://schemas.openxmlformats.org/drawingml/2006/main">
              <a:ext uri="{FF2B5EF4-FFF2-40B4-BE49-F238E27FC236}">
                <a16:creationId xmlns:a16="http://schemas.microsoft.com/office/drawing/2014/main" id="{BC80442A-3E30-442D-8EE2-78F2168F2ABD}"/>
              </a:ext>
            </a:extLst>
          </p:cNvPr>
          <p:cNvSpPr>
            <a:spLocks xmlns:a="http://schemas.openxmlformats.org/drawingml/2006/main" noGrp="1"/>
          </p:cNvSpPr>
          <p:nvPr/>
        </p:nvSpPr>
        <p:spPr>
          <a:xfrm xmlns:a="http://schemas.openxmlformats.org/drawingml/2006/main">
            <a:off x="4857750" y="4343400"/>
            <a:ext cx="2476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200" b="0">
                <a:solidFill>
                  <a:srgbClr val="2C3E50"/>
                </a:solidFill>
              </a:defRPr>
            </a:defPPr>
            <a:lvl1pPr algn="ctr">
              <a:defRPr sz="1200" b="0">
                <a:solidFill>
                  <a:srgbClr val="2C3E50"/>
                </a:solidFill>
              </a:defRPr>
            </a:lvl1pPr>
            <a:lvl2pPr algn="ctr">
              <a:defRPr sz="1200" b="0">
                <a:solidFill>
                  <a:srgbClr val="2C3E50"/>
                </a:solidFill>
              </a:defRPr>
            </a:lvl2pPr>
            <a:lvl3pPr algn="ctr">
              <a:defRPr sz="1200" b="0">
                <a:solidFill>
                  <a:srgbClr val="2C3E50"/>
                </a:solidFill>
              </a:defRPr>
            </a:lvl3pPr>
            <a:lvl4pPr algn="ctr">
              <a:defRPr sz="1200" b="0">
                <a:solidFill>
                  <a:srgbClr val="2C3E50"/>
                </a:solidFill>
              </a:defRPr>
            </a:lvl4pPr>
            <a:lvl5pPr algn="ctr">
              <a:defRPr sz="1200" b="0">
                <a:solidFill>
                  <a:srgbClr val="2C3E50"/>
                </a:solidFill>
              </a:defRPr>
            </a:lvl5pPr>
            <a:lvl6pPr algn="ctr">
              <a:defRPr sz="1200" b="0">
                <a:solidFill>
                  <a:srgbClr val="2C3E50"/>
                </a:solidFill>
              </a:defRPr>
            </a:lvl6pPr>
            <a:lvl7pPr algn="ctr">
              <a:defRPr sz="1200" b="0">
                <a:solidFill>
                  <a:srgbClr val="2C3E50"/>
                </a:solidFill>
              </a:defRPr>
            </a:lvl7pPr>
            <a:lvl8pPr algn="ctr">
              <a:defRPr sz="1200" b="0">
                <a:solidFill>
                  <a:srgbClr val="2C3E50"/>
                </a:solidFill>
              </a:defRPr>
            </a:lvl8pPr>
            <a:lvl9pPr algn="ctr">
              <a:defRPr sz="1200" b="0">
                <a:solidFill>
                  <a:srgbClr val="2C3E50"/>
                </a:solidFill>
              </a:defRPr>
            </a:lvl9pPr>
          </a:lstStyle>
          <a:p xmlns:a="http://schemas.openxmlformats.org/drawingml/2006/main">
            <a:pPr algn="ctr">
              <a:defRPr sz="1200" b="0">
                <a:solidFill>
                  <a:srgbClr val="2C3E50"/>
                </a:solidFill>
              </a:defRPr>
            </a:pPr>
            <a:r>
              <a:rPr sz="1200" b="0">
                <a:solidFill>
                  <a:srgbClr val="2C3E50"/>
                </a:solidFill>
              </a:rPr>
              <a:t>sends password reset codes</a:t>
            </a:r>
          </a:p>
          <a:p xmlns:a="http://schemas.openxmlformats.org/drawingml/2006/main">
            <a:pPr algn="ctr">
              <a:defRPr sz="1200" b="0">
                <a:solidFill>
                  <a:srgbClr val="2C3E50"/>
                </a:solidFill>
              </a:defRPr>
            </a:pPr>
            <a:r>
              <a:rPr sz="1200" b="0">
                <a:solidFill>
                  <a:srgbClr val="2C3E50"/>
                </a:solidFill>
              </a:rPr>
              <a:t>and text-only safety summaries</a:t>
            </a:r>
          </a:p>
          <a:p xmlns:a="http://schemas.openxmlformats.org/drawingml/2006/main">
            <a:pPr algn="ctr">
              <a:defRPr sz="1200" b="0">
                <a:solidFill>
                  <a:srgbClr val="2C3E50"/>
                </a:solidFill>
              </a:defRPr>
            </a:pPr>
            <a:r>
              <a:rPr sz="1200" b="0">
                <a:solidFill>
                  <a:srgbClr val="2C3E50"/>
                </a:solidFill>
              </a:rPr>
              <a:t>to as many as five recipients</a:t>
            </a:r>
          </a:p>
        </p:txBody>
      </p:sp>
      <p:sp>
        <p:nvSpPr>
          <p:cNvPr id="41" name="">
            <a:extLst xmlns:a="http://schemas.openxmlformats.org/drawingml/2006/main">
              <a:ext uri="{FF2B5EF4-FFF2-40B4-BE49-F238E27FC236}">
                <a16:creationId xmlns:a16="http://schemas.microsoft.com/office/drawing/2014/main" id="{8126411C-0FB9-4F9A-A062-9A7E51E7FE04}"/>
              </a:ext>
            </a:extLst>
          </p:cNvPr>
          <p:cNvSpPr>
            <a:spLocks xmlns:a="http://schemas.openxmlformats.org/drawingml/2006/main" noGrp="1"/>
          </p:cNvSpPr>
          <p:nvPr/>
        </p:nvSpPr>
        <p:spPr>
          <a:xfrm xmlns:a="http://schemas.openxmlformats.org/drawingml/2006/main">
            <a:off x="8134350" y="3867150"/>
            <a:ext cx="2857500" cy="1352550"/>
          </a:xfrm>
          <a:prstGeom xmlns:a="http://schemas.openxmlformats.org/drawingml/2006/main" prst="roundRect">
            <a:avLst>
              <a:gd name="adj" fmla="val 5634"/>
            </a:avLst>
          </a:prstGeom>
          <a:solidFill xmlns:a="http://schemas.openxmlformats.org/drawingml/2006/main">
            <a:srgbClr val="E3EEF1"/>
          </a:solidFill>
          <a:ln xmlns:a="http://schemas.openxmlformats.org/drawingml/2006/main" w="9525">
            <a:solidFill>
              <a:srgbClr val="1E5D78"/>
            </a:solidFill>
            <a:prstDash val="solid"/>
          </a:ln>
        </p:spPr>
      </p:sp>
      <p:sp>
        <p:nvSpPr>
          <p:cNvPr id="42" name="">
            <a:extLst xmlns:a="http://schemas.openxmlformats.org/drawingml/2006/main">
              <a:ext uri="{FF2B5EF4-FFF2-40B4-BE49-F238E27FC236}">
                <a16:creationId xmlns:a16="http://schemas.microsoft.com/office/drawing/2014/main" id="{362219A2-3A12-44FF-A1DD-2D65929E329F}"/>
              </a:ext>
            </a:extLst>
          </p:cNvPr>
          <p:cNvSpPr>
            <a:spLocks xmlns:a="http://schemas.openxmlformats.org/drawingml/2006/main" noGrp="1"/>
          </p:cNvSpPr>
          <p:nvPr/>
        </p:nvSpPr>
        <p:spPr>
          <a:xfrm xmlns:a="http://schemas.openxmlformats.org/drawingml/2006/main">
            <a:off x="8324850" y="4019550"/>
            <a:ext cx="247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350" b="1">
                <a:solidFill>
                  <a:srgbClr val="1E5D78"/>
                </a:solidFill>
              </a:defRPr>
            </a:defPPr>
            <a:lvl1pPr algn="ctr">
              <a:defRPr sz="1350" b="1">
                <a:solidFill>
                  <a:srgbClr val="1E5D78"/>
                </a:solidFill>
              </a:defRPr>
            </a:lvl1pPr>
            <a:lvl2pPr algn="ctr">
              <a:defRPr sz="1350" b="1">
                <a:solidFill>
                  <a:srgbClr val="1E5D78"/>
                </a:solidFill>
              </a:defRPr>
            </a:lvl2pPr>
            <a:lvl3pPr algn="ctr">
              <a:defRPr sz="1350" b="1">
                <a:solidFill>
                  <a:srgbClr val="1E5D78"/>
                </a:solidFill>
              </a:defRPr>
            </a:lvl3pPr>
            <a:lvl4pPr algn="ctr">
              <a:defRPr sz="1350" b="1">
                <a:solidFill>
                  <a:srgbClr val="1E5D78"/>
                </a:solidFill>
              </a:defRPr>
            </a:lvl4pPr>
            <a:lvl5pPr algn="ctr">
              <a:defRPr sz="1350" b="1">
                <a:solidFill>
                  <a:srgbClr val="1E5D78"/>
                </a:solidFill>
              </a:defRPr>
            </a:lvl5pPr>
            <a:lvl6pPr algn="ctr">
              <a:defRPr sz="1350" b="1">
                <a:solidFill>
                  <a:srgbClr val="1E5D78"/>
                </a:solidFill>
              </a:defRPr>
            </a:lvl6pPr>
            <a:lvl7pPr algn="ctr">
              <a:defRPr sz="1350" b="1">
                <a:solidFill>
                  <a:srgbClr val="1E5D78"/>
                </a:solidFill>
              </a:defRPr>
            </a:lvl7pPr>
            <a:lvl8pPr algn="ctr">
              <a:defRPr sz="1350" b="1">
                <a:solidFill>
                  <a:srgbClr val="1E5D78"/>
                </a:solidFill>
              </a:defRPr>
            </a:lvl8pPr>
            <a:lvl9pPr algn="ctr">
              <a:defRPr sz="1350" b="1">
                <a:solidFill>
                  <a:srgbClr val="1E5D78"/>
                </a:solidFill>
              </a:defRPr>
            </a:lvl9pPr>
          </a:lstStyle>
          <a:p xmlns:a="http://schemas.openxmlformats.org/drawingml/2006/main">
            <a:pPr algn="ctr">
              <a:defRPr sz="1350" b="1">
                <a:solidFill>
                  <a:srgbClr val="1E5D78"/>
                </a:solidFill>
              </a:defRPr>
            </a:pPr>
            <a:r>
              <a:rPr sz="1350" b="1">
                <a:solidFill>
                  <a:srgbClr val="1E5D78"/>
                </a:solidFill>
              </a:rPr>
              <a:t>ACTIVE SESSION</a:t>
            </a:r>
          </a:p>
        </p:txBody>
      </p:sp>
      <p:sp>
        <p:nvSpPr>
          <p:cNvPr id="43" name="">
            <a:extLst xmlns:a="http://schemas.openxmlformats.org/drawingml/2006/main">
              <a:ext uri="{FF2B5EF4-FFF2-40B4-BE49-F238E27FC236}">
                <a16:creationId xmlns:a16="http://schemas.microsoft.com/office/drawing/2014/main" id="{5FD508CB-D645-468A-A250-8074FE0F4F56}"/>
              </a:ext>
            </a:extLst>
          </p:cNvPr>
          <p:cNvSpPr>
            <a:spLocks xmlns:a="http://schemas.openxmlformats.org/drawingml/2006/main" noGrp="1"/>
          </p:cNvSpPr>
          <p:nvPr/>
        </p:nvSpPr>
        <p:spPr>
          <a:xfrm xmlns:a="http://schemas.openxmlformats.org/drawingml/2006/main">
            <a:off x="8324850" y="4343400"/>
            <a:ext cx="2476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200" b="0">
                <a:solidFill>
                  <a:srgbClr val="2C3E50"/>
                </a:solidFill>
              </a:defRPr>
            </a:defPPr>
            <a:lvl1pPr algn="ctr">
              <a:defRPr sz="1200" b="0">
                <a:solidFill>
                  <a:srgbClr val="2C3E50"/>
                </a:solidFill>
              </a:defRPr>
            </a:lvl1pPr>
            <a:lvl2pPr algn="ctr">
              <a:defRPr sz="1200" b="0">
                <a:solidFill>
                  <a:srgbClr val="2C3E50"/>
                </a:solidFill>
              </a:defRPr>
            </a:lvl2pPr>
            <a:lvl3pPr algn="ctr">
              <a:defRPr sz="1200" b="0">
                <a:solidFill>
                  <a:srgbClr val="2C3E50"/>
                </a:solidFill>
              </a:defRPr>
            </a:lvl3pPr>
            <a:lvl4pPr algn="ctr">
              <a:defRPr sz="1200" b="0">
                <a:solidFill>
                  <a:srgbClr val="2C3E50"/>
                </a:solidFill>
              </a:defRPr>
            </a:lvl4pPr>
            <a:lvl5pPr algn="ctr">
              <a:defRPr sz="1200" b="0">
                <a:solidFill>
                  <a:srgbClr val="2C3E50"/>
                </a:solidFill>
              </a:defRPr>
            </a:lvl5pPr>
            <a:lvl6pPr algn="ctr">
              <a:defRPr sz="1200" b="0">
                <a:solidFill>
                  <a:srgbClr val="2C3E50"/>
                </a:solidFill>
              </a:defRPr>
            </a:lvl6pPr>
            <a:lvl7pPr algn="ctr">
              <a:defRPr sz="1200" b="0">
                <a:solidFill>
                  <a:srgbClr val="2C3E50"/>
                </a:solidFill>
              </a:defRPr>
            </a:lvl7pPr>
            <a:lvl8pPr algn="ctr">
              <a:defRPr sz="1200" b="0">
                <a:solidFill>
                  <a:srgbClr val="2C3E50"/>
                </a:solidFill>
              </a:defRPr>
            </a:lvl8pPr>
            <a:lvl9pPr algn="ctr">
              <a:defRPr sz="1200" b="0">
                <a:solidFill>
                  <a:srgbClr val="2C3E50"/>
                </a:solidFill>
              </a:defRPr>
            </a:lvl9pPr>
          </a:lstStyle>
          <a:p xmlns:a="http://schemas.openxmlformats.org/drawingml/2006/main">
            <a:pPr algn="ctr">
              <a:defRPr sz="1200" b="0">
                <a:solidFill>
                  <a:srgbClr val="2C3E50"/>
                </a:solidFill>
              </a:defRPr>
            </a:pPr>
            <a:r>
              <a:rPr sz="1200" b="0">
                <a:solidFill>
                  <a:srgbClr val="2C3E50"/>
                </a:solidFill>
              </a:rPr>
              <a:t>current photo + analysis state</a:t>
            </a:r>
          </a:p>
          <a:p xmlns:a="http://schemas.openxmlformats.org/drawingml/2006/main">
            <a:pPr algn="ctr">
              <a:defRPr sz="1200" b="0">
                <a:solidFill>
                  <a:srgbClr val="2C3E50"/>
                </a:solidFill>
              </a:defRPr>
            </a:pPr>
            <a:r>
              <a:rPr sz="1200" b="0">
                <a:solidFill>
                  <a:srgbClr val="2C3E50"/>
                </a:solidFill>
              </a:rPr>
              <a:t>connect pages during the check</a:t>
            </a:r>
          </a:p>
          <a:p xmlns:a="http://schemas.openxmlformats.org/drawingml/2006/main">
            <a:pPr algn="ctr">
              <a:defRPr sz="1200" b="0">
                <a:solidFill>
                  <a:srgbClr val="2C3E50"/>
                </a:solidFill>
              </a:defRPr>
            </a:pPr>
            <a:r>
              <a:rPr sz="1200" b="0">
                <a:solidFill>
                  <a:srgbClr val="2C3E50"/>
                </a:solidFill>
              </a:rPr>
              <a:t>photo is not saved</a:t>
            </a:r>
          </a:p>
        </p:txBody>
      </p:sp>
      <p:sp>
        <p:nvSpPr>
          <p:cNvPr id="44" name="">
            <a:extLst xmlns:a="http://schemas.openxmlformats.org/drawingml/2006/main">
              <a:ext uri="{FF2B5EF4-FFF2-40B4-BE49-F238E27FC236}">
                <a16:creationId xmlns:a16="http://schemas.microsoft.com/office/drawing/2014/main" id="{4BAC8DCC-4F81-4309-A970-3DDCB5E8594D}"/>
              </a:ext>
            </a:extLst>
          </p:cNvPr>
          <p:cNvSpPr>
            <a:spLocks xmlns:a="http://schemas.openxmlformats.org/drawingml/2006/main" noGrp="1"/>
          </p:cNvSpPr>
          <p:nvPr/>
        </p:nvSpPr>
        <p:spPr>
          <a:xfrm xmlns:a="http://schemas.openxmlformats.org/drawingml/2006/main">
            <a:off x="628650" y="5486400"/>
            <a:ext cx="109347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200" b="1">
                <a:solidFill>
                  <a:srgbClr val="203247"/>
                </a:solidFill>
              </a:defRPr>
            </a:defPPr>
            <a:lvl1pPr algn="ctr">
              <a:defRPr sz="1200" b="1">
                <a:solidFill>
                  <a:srgbClr val="203247"/>
                </a:solidFill>
              </a:defRPr>
            </a:lvl1pPr>
            <a:lvl2pPr algn="ctr">
              <a:defRPr sz="1200" b="1">
                <a:solidFill>
                  <a:srgbClr val="203247"/>
                </a:solidFill>
              </a:defRPr>
            </a:lvl2pPr>
            <a:lvl3pPr algn="ctr">
              <a:defRPr sz="1200" b="1">
                <a:solidFill>
                  <a:srgbClr val="203247"/>
                </a:solidFill>
              </a:defRPr>
            </a:lvl3pPr>
            <a:lvl4pPr algn="ctr">
              <a:defRPr sz="1200" b="1">
                <a:solidFill>
                  <a:srgbClr val="203247"/>
                </a:solidFill>
              </a:defRPr>
            </a:lvl4pPr>
            <a:lvl5pPr algn="ctr">
              <a:defRPr sz="1200" b="1">
                <a:solidFill>
                  <a:srgbClr val="203247"/>
                </a:solidFill>
              </a:defRPr>
            </a:lvl5pPr>
            <a:lvl6pPr algn="ctr">
              <a:defRPr sz="1200" b="1">
                <a:solidFill>
                  <a:srgbClr val="203247"/>
                </a:solidFill>
              </a:defRPr>
            </a:lvl6pPr>
            <a:lvl7pPr algn="ctr">
              <a:defRPr sz="1200" b="1">
                <a:solidFill>
                  <a:srgbClr val="203247"/>
                </a:solidFill>
              </a:defRPr>
            </a:lvl7pPr>
            <a:lvl8pPr algn="ctr">
              <a:defRPr sz="1200" b="1">
                <a:solidFill>
                  <a:srgbClr val="203247"/>
                </a:solidFill>
              </a:defRPr>
            </a:lvl8pPr>
            <a:lvl9pPr algn="ctr">
              <a:defRPr sz="1200" b="1">
                <a:solidFill>
                  <a:srgbClr val="203247"/>
                </a:solidFill>
              </a:defRPr>
            </a:lvl9pPr>
          </a:lstStyle>
          <a:p xmlns:a="http://schemas.openxmlformats.org/drawingml/2006/main">
            <a:pPr algn="ctr">
              <a:defRPr sz="1200" b="1">
                <a:solidFill>
                  <a:srgbClr val="203247"/>
                </a:solidFill>
              </a:defRPr>
            </a:pPr>
            <a:r>
              <a:rPr sz="1200" b="1">
                <a:solidFill>
                  <a:srgbClr val="203247"/>
                </a:solidFill>
              </a:rPr>
              <a:t>Built with Python, Streamlit, CSS, OpenAI Vision, Supabase, and Brevo. Invalid AI values use tested defaults, and room photos are not stored.</a:t>
            </a:r>
          </a:p>
        </p:txBody>
      </p:sp>
    </p:spTree>
    <p:extLst>
      <p:ext uri="{BB962C8B-B14F-4D97-AF65-F5344CB8AC3E}">
        <p14:creationId xmlns:p14="http://schemas.microsoft.com/office/powerpoint/2010/main" val="1161633899"/>
      </p:ext>
    </p:extLst>
  </p:cSld>
</p:sld>
</file>

<file path=ppt/slides/slide4.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CC62756A-904F-4E40-93C6-43D668723B2B}"/>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1E5D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2E6A719-B63F-498F-8712-3BDD1C9A51F6}"/>
              </a:ext>
            </a:extLst>
          </p:cNvPr>
          <p:cNvSpPr>
            <a:spLocks xmlns:a="http://schemas.openxmlformats.org/drawingml/2006/main" noGrp="1"/>
          </p:cNvSpPr>
          <p:nvPr/>
        </p:nvSpPr>
        <p:spPr>
          <a:xfrm xmlns:a="http://schemas.openxmlformats.org/drawingml/2006/main">
            <a:off x="628650" y="438150"/>
            <a:ext cx="109347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2700" b="1">
                <a:solidFill>
                  <a:srgbClr val="203247"/>
                </a:solidFill>
              </a:defRPr>
            </a:defPPr>
            <a:lvl1pPr algn="l">
              <a:defRPr sz="2700" b="1">
                <a:solidFill>
                  <a:srgbClr val="203247"/>
                </a:solidFill>
              </a:defRPr>
            </a:lvl1pPr>
            <a:lvl2pPr algn="l">
              <a:defRPr sz="2700" b="1">
                <a:solidFill>
                  <a:srgbClr val="203247"/>
                </a:solidFill>
              </a:defRPr>
            </a:lvl2pPr>
            <a:lvl3pPr algn="l">
              <a:defRPr sz="2700" b="1">
                <a:solidFill>
                  <a:srgbClr val="203247"/>
                </a:solidFill>
              </a:defRPr>
            </a:lvl3pPr>
            <a:lvl4pPr algn="l">
              <a:defRPr sz="2700" b="1">
                <a:solidFill>
                  <a:srgbClr val="203247"/>
                </a:solidFill>
              </a:defRPr>
            </a:lvl4pPr>
            <a:lvl5pPr algn="l">
              <a:defRPr sz="2700" b="1">
                <a:solidFill>
                  <a:srgbClr val="203247"/>
                </a:solidFill>
              </a:defRPr>
            </a:lvl5pPr>
            <a:lvl6pPr algn="l">
              <a:defRPr sz="2700" b="1">
                <a:solidFill>
                  <a:srgbClr val="203247"/>
                </a:solidFill>
              </a:defRPr>
            </a:lvl6pPr>
            <a:lvl7pPr algn="l">
              <a:defRPr sz="2700" b="1">
                <a:solidFill>
                  <a:srgbClr val="203247"/>
                </a:solidFill>
              </a:defRPr>
            </a:lvl7pPr>
            <a:lvl8pPr algn="l">
              <a:defRPr sz="2700" b="1">
                <a:solidFill>
                  <a:srgbClr val="203247"/>
                </a:solidFill>
              </a:defRPr>
            </a:lvl8pPr>
            <a:lvl9pPr algn="l">
              <a:defRPr sz="2700" b="1">
                <a:solidFill>
                  <a:srgbClr val="203247"/>
                </a:solidFill>
              </a:defRPr>
            </a:lvl9pPr>
          </a:lstStyle>
          <a:p xmlns:a="http://schemas.openxmlformats.org/drawingml/2006/main">
            <a:pPr algn="l">
              <a:defRPr sz="2700" b="1">
                <a:solidFill>
                  <a:srgbClr val="203247"/>
                </a:solidFill>
              </a:defRPr>
            </a:pPr>
            <a:r>
              <a:rPr sz="2700" b="1">
                <a:solidFill>
                  <a:srgbClr val="203247"/>
                </a:solidFill>
              </a:rPr>
              <a:t>How the score stays consistent</a:t>
            </a:r>
          </a:p>
        </p:txBody>
      </p:sp>
      <p:sp>
        <p:nvSpPr>
          <p:cNvPr id="3" name="">
            <a:extLst xmlns:a="http://schemas.openxmlformats.org/drawingml/2006/main">
              <a:ext uri="{FF2B5EF4-FFF2-40B4-BE49-F238E27FC236}">
                <a16:creationId xmlns:a16="http://schemas.microsoft.com/office/drawing/2014/main" id="{27BB53E2-C9A3-4118-A9C4-45AC36FDA6A3}"/>
              </a:ext>
            </a:extLst>
          </p:cNvPr>
          <p:cNvSpPr>
            <a:spLocks xmlns:a="http://schemas.openxmlformats.org/drawingml/2006/main" noGrp="1"/>
          </p:cNvSpPr>
          <p:nvPr/>
        </p:nvSpPr>
        <p:spPr>
          <a:xfrm xmlns:a="http://schemas.openxmlformats.org/drawingml/2006/main">
            <a:off x="628650" y="971550"/>
            <a:ext cx="109347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425" b="0">
                <a:solidFill>
                  <a:srgbClr val="59677A"/>
                </a:solidFill>
              </a:defRPr>
            </a:defPPr>
            <a:lvl1pPr algn="l">
              <a:defRPr sz="1425" b="0">
                <a:solidFill>
                  <a:srgbClr val="59677A"/>
                </a:solidFill>
              </a:defRPr>
            </a:lvl1pPr>
            <a:lvl2pPr algn="l">
              <a:defRPr sz="1425" b="0">
                <a:solidFill>
                  <a:srgbClr val="59677A"/>
                </a:solidFill>
              </a:defRPr>
            </a:lvl2pPr>
            <a:lvl3pPr algn="l">
              <a:defRPr sz="1425" b="0">
                <a:solidFill>
                  <a:srgbClr val="59677A"/>
                </a:solidFill>
              </a:defRPr>
            </a:lvl3pPr>
            <a:lvl4pPr algn="l">
              <a:defRPr sz="1425" b="0">
                <a:solidFill>
                  <a:srgbClr val="59677A"/>
                </a:solidFill>
              </a:defRPr>
            </a:lvl4pPr>
            <a:lvl5pPr algn="l">
              <a:defRPr sz="1425" b="0">
                <a:solidFill>
                  <a:srgbClr val="59677A"/>
                </a:solidFill>
              </a:defRPr>
            </a:lvl5pPr>
            <a:lvl6pPr algn="l">
              <a:defRPr sz="1425" b="0">
                <a:solidFill>
                  <a:srgbClr val="59677A"/>
                </a:solidFill>
              </a:defRPr>
            </a:lvl6pPr>
            <a:lvl7pPr algn="l">
              <a:defRPr sz="1425" b="0">
                <a:solidFill>
                  <a:srgbClr val="59677A"/>
                </a:solidFill>
              </a:defRPr>
            </a:lvl7pPr>
            <a:lvl8pPr algn="l">
              <a:defRPr sz="1425" b="0">
                <a:solidFill>
                  <a:srgbClr val="59677A"/>
                </a:solidFill>
              </a:defRPr>
            </a:lvl8pPr>
            <a:lvl9pPr algn="l">
              <a:defRPr sz="1425" b="0">
                <a:solidFill>
                  <a:srgbClr val="59677A"/>
                </a:solidFill>
              </a:defRPr>
            </a:lvl9pPr>
          </a:lstStyle>
          <a:p xmlns:a="http://schemas.openxmlformats.org/drawingml/2006/main">
            <a:pPr algn="l">
              <a:defRPr sz="1425" b="0">
                <a:solidFill>
                  <a:srgbClr val="59677A"/>
                </a:solidFill>
              </a:defRPr>
            </a:pPr>
            <a:r>
              <a:rPr sz="1425" b="0">
                <a:solidFill>
                  <a:srgbClr val="59677A"/>
                </a:solidFill>
              </a:rPr>
              <a:t>Three inputs contribute to one room score, capped at 100.</a:t>
            </a:r>
          </a:p>
        </p:txBody>
      </p:sp>
      <p:sp>
        <p:nvSpPr>
          <p:cNvPr id="4" name="">
            <a:extLst xmlns:a="http://schemas.openxmlformats.org/drawingml/2006/main">
              <a:ext uri="{FF2B5EF4-FFF2-40B4-BE49-F238E27FC236}">
                <a16:creationId xmlns:a16="http://schemas.microsoft.com/office/drawing/2014/main" id="{17C03FEE-E93A-41F6-B393-9CE9F52CFE2C}"/>
              </a:ext>
            </a:extLst>
          </p:cNvPr>
          <p:cNvSpPr>
            <a:spLocks xmlns:a="http://schemas.openxmlformats.org/drawingml/2006/main" noGrp="1"/>
          </p:cNvSpPr>
          <p:nvPr/>
        </p:nvSpPr>
        <p:spPr>
          <a:xfrm xmlns:a="http://schemas.openxmlformats.org/drawingml/2006/main">
            <a:off x="10858500" y="6429375"/>
            <a:ext cx="666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r">
              <a:defRPr sz="750" b="0">
                <a:solidFill>
                  <a:srgbClr val="7D817F"/>
                </a:solidFill>
              </a:defRPr>
            </a:defPPr>
            <a:lvl1pPr algn="r">
              <a:defRPr sz="750" b="0">
                <a:solidFill>
                  <a:srgbClr val="7D817F"/>
                </a:solidFill>
              </a:defRPr>
            </a:lvl1pPr>
            <a:lvl2pPr algn="r">
              <a:defRPr sz="750" b="0">
                <a:solidFill>
                  <a:srgbClr val="7D817F"/>
                </a:solidFill>
              </a:defRPr>
            </a:lvl2pPr>
            <a:lvl3pPr algn="r">
              <a:defRPr sz="750" b="0">
                <a:solidFill>
                  <a:srgbClr val="7D817F"/>
                </a:solidFill>
              </a:defRPr>
            </a:lvl3pPr>
            <a:lvl4pPr algn="r">
              <a:defRPr sz="750" b="0">
                <a:solidFill>
                  <a:srgbClr val="7D817F"/>
                </a:solidFill>
              </a:defRPr>
            </a:lvl4pPr>
            <a:lvl5pPr algn="r">
              <a:defRPr sz="750" b="0">
                <a:solidFill>
                  <a:srgbClr val="7D817F"/>
                </a:solidFill>
              </a:defRPr>
            </a:lvl5pPr>
            <a:lvl6pPr algn="r">
              <a:defRPr sz="750" b="0">
                <a:solidFill>
                  <a:srgbClr val="7D817F"/>
                </a:solidFill>
              </a:defRPr>
            </a:lvl6pPr>
            <a:lvl7pPr algn="r">
              <a:defRPr sz="750" b="0">
                <a:solidFill>
                  <a:srgbClr val="7D817F"/>
                </a:solidFill>
              </a:defRPr>
            </a:lvl7pPr>
            <a:lvl8pPr algn="r">
              <a:defRPr sz="750" b="0">
                <a:solidFill>
                  <a:srgbClr val="7D817F"/>
                </a:solidFill>
              </a:defRPr>
            </a:lvl8pPr>
            <a:lvl9pPr algn="r">
              <a:defRPr sz="750" b="0">
                <a:solidFill>
                  <a:srgbClr val="7D817F"/>
                </a:solidFill>
              </a:defRPr>
            </a:lvl9pPr>
          </a:lstStyle>
          <a:p xmlns:a="http://schemas.openxmlformats.org/drawingml/2006/main">
            <a:pPr algn="r">
              <a:defRPr sz="750" b="0">
                <a:solidFill>
                  <a:srgbClr val="7D817F"/>
                </a:solidFill>
              </a:defRPr>
            </a:pPr>
            <a:r>
              <a:rPr sz="750" b="0">
                <a:solidFill>
                  <a:srgbClr val="7D817F"/>
                </a:solidFill>
              </a:rPr>
              <a:t>4</a:t>
            </a:r>
          </a:p>
        </p:txBody>
      </p:sp>
      <p:sp>
        <p:nvSpPr>
          <p:cNvPr id="5" name="">
            <a:extLst xmlns:a="http://schemas.openxmlformats.org/drawingml/2006/main">
              <a:ext uri="{FF2B5EF4-FFF2-40B4-BE49-F238E27FC236}">
                <a16:creationId xmlns:a16="http://schemas.microsoft.com/office/drawing/2014/main" id="{9B557D67-E605-4EDC-B9A2-A92DE210D5B8}"/>
              </a:ext>
            </a:extLst>
          </p:cNvPr>
          <p:cNvSpPr>
            <a:spLocks xmlns:a="http://schemas.openxmlformats.org/drawingml/2006/main" noGrp="1"/>
          </p:cNvSpPr>
          <p:nvPr/>
        </p:nvSpPr>
        <p:spPr>
          <a:xfrm xmlns:a="http://schemas.openxmlformats.org/drawingml/2006/main">
            <a:off x="762000" y="2114550"/>
            <a:ext cx="285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125" b="1">
                <a:solidFill>
                  <a:srgbClr val="1E5D78"/>
                </a:solidFill>
              </a:defRPr>
            </a:defPPr>
            <a:lvl1pPr algn="l">
              <a:defRPr sz="1125" b="1">
                <a:solidFill>
                  <a:srgbClr val="1E5D78"/>
                </a:solidFill>
              </a:defRPr>
            </a:lvl1pPr>
            <a:lvl2pPr algn="l">
              <a:defRPr sz="1125" b="1">
                <a:solidFill>
                  <a:srgbClr val="1E5D78"/>
                </a:solidFill>
              </a:defRPr>
            </a:lvl2pPr>
            <a:lvl3pPr algn="l">
              <a:defRPr sz="1125" b="1">
                <a:solidFill>
                  <a:srgbClr val="1E5D78"/>
                </a:solidFill>
              </a:defRPr>
            </a:lvl3pPr>
            <a:lvl4pPr algn="l">
              <a:defRPr sz="1125" b="1">
                <a:solidFill>
                  <a:srgbClr val="1E5D78"/>
                </a:solidFill>
              </a:defRPr>
            </a:lvl4pPr>
            <a:lvl5pPr algn="l">
              <a:defRPr sz="1125" b="1">
                <a:solidFill>
                  <a:srgbClr val="1E5D78"/>
                </a:solidFill>
              </a:defRPr>
            </a:lvl5pPr>
            <a:lvl6pPr algn="l">
              <a:defRPr sz="1125" b="1">
                <a:solidFill>
                  <a:srgbClr val="1E5D78"/>
                </a:solidFill>
              </a:defRPr>
            </a:lvl6pPr>
            <a:lvl7pPr algn="l">
              <a:defRPr sz="1125" b="1">
                <a:solidFill>
                  <a:srgbClr val="1E5D78"/>
                </a:solidFill>
              </a:defRPr>
            </a:lvl7pPr>
            <a:lvl8pPr algn="l">
              <a:defRPr sz="1125" b="1">
                <a:solidFill>
                  <a:srgbClr val="1E5D78"/>
                </a:solidFill>
              </a:defRPr>
            </a:lvl8pPr>
            <a:lvl9pPr algn="l">
              <a:defRPr sz="1125" b="1">
                <a:solidFill>
                  <a:srgbClr val="1E5D78"/>
                </a:solidFill>
              </a:defRPr>
            </a:lvl9pPr>
          </a:lstStyle>
          <a:p xmlns:a="http://schemas.openxmlformats.org/drawingml/2006/main">
            <a:pPr algn="l">
              <a:defRPr sz="1125" b="1">
                <a:solidFill>
                  <a:srgbClr val="1E5D78"/>
                </a:solidFill>
              </a:defRPr>
            </a:pPr>
            <a:r>
              <a:rPr sz="1125" b="1">
                <a:solidFill>
                  <a:srgbClr val="1E5D78"/>
                </a:solidFill>
              </a:rPr>
              <a:t>VISIBLE HAZARDS</a:t>
            </a:r>
          </a:p>
        </p:txBody>
      </p:sp>
      <p:sp>
        <p:nvSpPr>
          <p:cNvPr id="6" name="">
            <a:extLst xmlns:a="http://schemas.openxmlformats.org/drawingml/2006/main">
              <a:ext uri="{FF2B5EF4-FFF2-40B4-BE49-F238E27FC236}">
                <a16:creationId xmlns:a16="http://schemas.microsoft.com/office/drawing/2014/main" id="{3344A483-5187-4D28-8295-5E0A4F31D5D8}"/>
              </a:ext>
            </a:extLst>
          </p:cNvPr>
          <p:cNvSpPr>
            <a:spLocks xmlns:a="http://schemas.openxmlformats.org/drawingml/2006/main" noGrp="1"/>
          </p:cNvSpPr>
          <p:nvPr/>
        </p:nvSpPr>
        <p:spPr>
          <a:xfrm xmlns:a="http://schemas.openxmlformats.org/drawingml/2006/main">
            <a:off x="762000" y="2457450"/>
            <a:ext cx="285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2025" b="1">
                <a:solidFill>
                  <a:srgbClr val="203247"/>
                </a:solidFill>
              </a:defRPr>
            </a:defPPr>
            <a:lvl1pPr algn="l">
              <a:defRPr sz="2025" b="1">
                <a:solidFill>
                  <a:srgbClr val="203247"/>
                </a:solidFill>
              </a:defRPr>
            </a:lvl1pPr>
            <a:lvl2pPr algn="l">
              <a:defRPr sz="2025" b="1">
                <a:solidFill>
                  <a:srgbClr val="203247"/>
                </a:solidFill>
              </a:defRPr>
            </a:lvl2pPr>
            <a:lvl3pPr algn="l">
              <a:defRPr sz="2025" b="1">
                <a:solidFill>
                  <a:srgbClr val="203247"/>
                </a:solidFill>
              </a:defRPr>
            </a:lvl3pPr>
            <a:lvl4pPr algn="l">
              <a:defRPr sz="2025" b="1">
                <a:solidFill>
                  <a:srgbClr val="203247"/>
                </a:solidFill>
              </a:defRPr>
            </a:lvl4pPr>
            <a:lvl5pPr algn="l">
              <a:defRPr sz="2025" b="1">
                <a:solidFill>
                  <a:srgbClr val="203247"/>
                </a:solidFill>
              </a:defRPr>
            </a:lvl5pPr>
            <a:lvl6pPr algn="l">
              <a:defRPr sz="2025" b="1">
                <a:solidFill>
                  <a:srgbClr val="203247"/>
                </a:solidFill>
              </a:defRPr>
            </a:lvl6pPr>
            <a:lvl7pPr algn="l">
              <a:defRPr sz="2025" b="1">
                <a:solidFill>
                  <a:srgbClr val="203247"/>
                </a:solidFill>
              </a:defRPr>
            </a:lvl7pPr>
            <a:lvl8pPr algn="l">
              <a:defRPr sz="2025" b="1">
                <a:solidFill>
                  <a:srgbClr val="203247"/>
                </a:solidFill>
              </a:defRPr>
            </a:lvl8pPr>
            <a:lvl9pPr algn="l">
              <a:defRPr sz="2025" b="1">
                <a:solidFill>
                  <a:srgbClr val="203247"/>
                </a:solidFill>
              </a:defRPr>
            </a:lvl9pPr>
          </a:lstStyle>
          <a:p xmlns:a="http://schemas.openxmlformats.org/drawingml/2006/main">
            <a:pPr algn="l">
              <a:defRPr sz="2025" b="1">
                <a:solidFill>
                  <a:srgbClr val="203247"/>
                </a:solidFill>
              </a:defRPr>
            </a:pPr>
            <a:r>
              <a:rPr sz="2025" b="1">
                <a:solidFill>
                  <a:srgbClr val="203247"/>
                </a:solidFill>
              </a:rPr>
              <a:t>1-15 points each</a:t>
            </a:r>
          </a:p>
        </p:txBody>
      </p:sp>
      <p:sp>
        <p:nvSpPr>
          <p:cNvPr id="7" name="">
            <a:extLst xmlns:a="http://schemas.openxmlformats.org/drawingml/2006/main">
              <a:ext uri="{FF2B5EF4-FFF2-40B4-BE49-F238E27FC236}">
                <a16:creationId xmlns:a16="http://schemas.microsoft.com/office/drawing/2014/main" id="{85253598-EE0D-4B9E-BAB9-D907C5EEDB2D}"/>
              </a:ext>
            </a:extLst>
          </p:cNvPr>
          <p:cNvSpPr>
            <a:spLocks xmlns:a="http://schemas.openxmlformats.org/drawingml/2006/main" noGrp="1"/>
          </p:cNvSpPr>
          <p:nvPr/>
        </p:nvSpPr>
        <p:spPr>
          <a:xfrm xmlns:a="http://schemas.openxmlformats.org/drawingml/2006/main">
            <a:off x="4533900" y="2114550"/>
            <a:ext cx="285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125" b="1">
                <a:solidFill>
                  <a:srgbClr val="2F7D68"/>
                </a:solidFill>
              </a:defRPr>
            </a:defPPr>
            <a:lvl1pPr algn="l">
              <a:defRPr sz="1125" b="1">
                <a:solidFill>
                  <a:srgbClr val="2F7D68"/>
                </a:solidFill>
              </a:defRPr>
            </a:lvl1pPr>
            <a:lvl2pPr algn="l">
              <a:defRPr sz="1125" b="1">
                <a:solidFill>
                  <a:srgbClr val="2F7D68"/>
                </a:solidFill>
              </a:defRPr>
            </a:lvl2pPr>
            <a:lvl3pPr algn="l">
              <a:defRPr sz="1125" b="1">
                <a:solidFill>
                  <a:srgbClr val="2F7D68"/>
                </a:solidFill>
              </a:defRPr>
            </a:lvl3pPr>
            <a:lvl4pPr algn="l">
              <a:defRPr sz="1125" b="1">
                <a:solidFill>
                  <a:srgbClr val="2F7D68"/>
                </a:solidFill>
              </a:defRPr>
            </a:lvl4pPr>
            <a:lvl5pPr algn="l">
              <a:defRPr sz="1125" b="1">
                <a:solidFill>
                  <a:srgbClr val="2F7D68"/>
                </a:solidFill>
              </a:defRPr>
            </a:lvl5pPr>
            <a:lvl6pPr algn="l">
              <a:defRPr sz="1125" b="1">
                <a:solidFill>
                  <a:srgbClr val="2F7D68"/>
                </a:solidFill>
              </a:defRPr>
            </a:lvl6pPr>
            <a:lvl7pPr algn="l">
              <a:defRPr sz="1125" b="1">
                <a:solidFill>
                  <a:srgbClr val="2F7D68"/>
                </a:solidFill>
              </a:defRPr>
            </a:lvl7pPr>
            <a:lvl8pPr algn="l">
              <a:defRPr sz="1125" b="1">
                <a:solidFill>
                  <a:srgbClr val="2F7D68"/>
                </a:solidFill>
              </a:defRPr>
            </a:lvl8pPr>
            <a:lvl9pPr algn="l">
              <a:defRPr sz="1125" b="1">
                <a:solidFill>
                  <a:srgbClr val="2F7D68"/>
                </a:solidFill>
              </a:defRPr>
            </a:lvl9pPr>
          </a:lstStyle>
          <a:p xmlns:a="http://schemas.openxmlformats.org/drawingml/2006/main">
            <a:pPr algn="l">
              <a:defRPr sz="1125" b="1">
                <a:solidFill>
                  <a:srgbClr val="2F7D68"/>
                </a:solidFill>
              </a:defRPr>
            </a:pPr>
            <a:r>
              <a:rPr sz="1125" b="1">
                <a:solidFill>
                  <a:srgbClr val="2F7D68"/>
                </a:solidFill>
              </a:rPr>
              <a:t>FOLLOW-UP CONCERNS</a:t>
            </a:r>
          </a:p>
        </p:txBody>
      </p:sp>
      <p:sp>
        <p:nvSpPr>
          <p:cNvPr id="8" name="">
            <a:extLst xmlns:a="http://schemas.openxmlformats.org/drawingml/2006/main">
              <a:ext uri="{FF2B5EF4-FFF2-40B4-BE49-F238E27FC236}">
                <a16:creationId xmlns:a16="http://schemas.microsoft.com/office/drawing/2014/main" id="{7CBA3F0E-84A3-4FE6-8070-3E27D8F51317}"/>
              </a:ext>
            </a:extLst>
          </p:cNvPr>
          <p:cNvSpPr>
            <a:spLocks xmlns:a="http://schemas.openxmlformats.org/drawingml/2006/main" noGrp="1"/>
          </p:cNvSpPr>
          <p:nvPr/>
        </p:nvSpPr>
        <p:spPr>
          <a:xfrm xmlns:a="http://schemas.openxmlformats.org/drawingml/2006/main">
            <a:off x="4533900" y="2457450"/>
            <a:ext cx="285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2025" b="1">
                <a:solidFill>
                  <a:srgbClr val="203247"/>
                </a:solidFill>
              </a:defRPr>
            </a:defPPr>
            <a:lvl1pPr algn="l">
              <a:defRPr sz="2025" b="1">
                <a:solidFill>
                  <a:srgbClr val="203247"/>
                </a:solidFill>
              </a:defRPr>
            </a:lvl1pPr>
            <a:lvl2pPr algn="l">
              <a:defRPr sz="2025" b="1">
                <a:solidFill>
                  <a:srgbClr val="203247"/>
                </a:solidFill>
              </a:defRPr>
            </a:lvl2pPr>
            <a:lvl3pPr algn="l">
              <a:defRPr sz="2025" b="1">
                <a:solidFill>
                  <a:srgbClr val="203247"/>
                </a:solidFill>
              </a:defRPr>
            </a:lvl3pPr>
            <a:lvl4pPr algn="l">
              <a:defRPr sz="2025" b="1">
                <a:solidFill>
                  <a:srgbClr val="203247"/>
                </a:solidFill>
              </a:defRPr>
            </a:lvl4pPr>
            <a:lvl5pPr algn="l">
              <a:defRPr sz="2025" b="1">
                <a:solidFill>
                  <a:srgbClr val="203247"/>
                </a:solidFill>
              </a:defRPr>
            </a:lvl5pPr>
            <a:lvl6pPr algn="l">
              <a:defRPr sz="2025" b="1">
                <a:solidFill>
                  <a:srgbClr val="203247"/>
                </a:solidFill>
              </a:defRPr>
            </a:lvl6pPr>
            <a:lvl7pPr algn="l">
              <a:defRPr sz="2025" b="1">
                <a:solidFill>
                  <a:srgbClr val="203247"/>
                </a:solidFill>
              </a:defRPr>
            </a:lvl7pPr>
            <a:lvl8pPr algn="l">
              <a:defRPr sz="2025" b="1">
                <a:solidFill>
                  <a:srgbClr val="203247"/>
                </a:solidFill>
              </a:defRPr>
            </a:lvl8pPr>
            <a:lvl9pPr algn="l">
              <a:defRPr sz="2025" b="1">
                <a:solidFill>
                  <a:srgbClr val="203247"/>
                </a:solidFill>
              </a:defRPr>
            </a:lvl9pPr>
          </a:lstStyle>
          <a:p xmlns:a="http://schemas.openxmlformats.org/drawingml/2006/main">
            <a:pPr algn="l">
              <a:defRPr sz="2025" b="1">
                <a:solidFill>
                  <a:srgbClr val="203247"/>
                </a:solidFill>
              </a:defRPr>
            </a:pPr>
            <a:r>
              <a:rPr sz="2025" b="1">
                <a:solidFill>
                  <a:srgbClr val="203247"/>
                </a:solidFill>
              </a:rPr>
              <a:t>Weighted by answer</a:t>
            </a:r>
          </a:p>
        </p:txBody>
      </p:sp>
      <p:sp>
        <p:nvSpPr>
          <p:cNvPr id="9" name="">
            <a:extLst xmlns:a="http://schemas.openxmlformats.org/drawingml/2006/main">
              <a:ext uri="{FF2B5EF4-FFF2-40B4-BE49-F238E27FC236}">
                <a16:creationId xmlns:a16="http://schemas.microsoft.com/office/drawing/2014/main" id="{4BF9B7C7-7C3D-4D7F-ACD0-70F24F8418D3}"/>
              </a:ext>
            </a:extLst>
          </p:cNvPr>
          <p:cNvSpPr>
            <a:spLocks xmlns:a="http://schemas.openxmlformats.org/drawingml/2006/main" noGrp="1"/>
          </p:cNvSpPr>
          <p:nvPr/>
        </p:nvSpPr>
        <p:spPr>
          <a:xfrm xmlns:a="http://schemas.openxmlformats.org/drawingml/2006/main">
            <a:off x="8305800" y="2114550"/>
            <a:ext cx="285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125" b="1">
                <a:solidFill>
                  <a:srgbClr val="C9793A"/>
                </a:solidFill>
              </a:defRPr>
            </a:defPPr>
            <a:lvl1pPr algn="l">
              <a:defRPr sz="1125" b="1">
                <a:solidFill>
                  <a:srgbClr val="C9793A"/>
                </a:solidFill>
              </a:defRPr>
            </a:lvl1pPr>
            <a:lvl2pPr algn="l">
              <a:defRPr sz="1125" b="1">
                <a:solidFill>
                  <a:srgbClr val="C9793A"/>
                </a:solidFill>
              </a:defRPr>
            </a:lvl2pPr>
            <a:lvl3pPr algn="l">
              <a:defRPr sz="1125" b="1">
                <a:solidFill>
                  <a:srgbClr val="C9793A"/>
                </a:solidFill>
              </a:defRPr>
            </a:lvl3pPr>
            <a:lvl4pPr algn="l">
              <a:defRPr sz="1125" b="1">
                <a:solidFill>
                  <a:srgbClr val="C9793A"/>
                </a:solidFill>
              </a:defRPr>
            </a:lvl4pPr>
            <a:lvl5pPr algn="l">
              <a:defRPr sz="1125" b="1">
                <a:solidFill>
                  <a:srgbClr val="C9793A"/>
                </a:solidFill>
              </a:defRPr>
            </a:lvl5pPr>
            <a:lvl6pPr algn="l">
              <a:defRPr sz="1125" b="1">
                <a:solidFill>
                  <a:srgbClr val="C9793A"/>
                </a:solidFill>
              </a:defRPr>
            </a:lvl6pPr>
            <a:lvl7pPr algn="l">
              <a:defRPr sz="1125" b="1">
                <a:solidFill>
                  <a:srgbClr val="C9793A"/>
                </a:solidFill>
              </a:defRPr>
            </a:lvl7pPr>
            <a:lvl8pPr algn="l">
              <a:defRPr sz="1125" b="1">
                <a:solidFill>
                  <a:srgbClr val="C9793A"/>
                </a:solidFill>
              </a:defRPr>
            </a:lvl8pPr>
            <a:lvl9pPr algn="l">
              <a:defRPr sz="1125" b="1">
                <a:solidFill>
                  <a:srgbClr val="C9793A"/>
                </a:solidFill>
              </a:defRPr>
            </a:lvl9pPr>
          </a:lstStyle>
          <a:p xmlns:a="http://schemas.openxmlformats.org/drawingml/2006/main">
            <a:pPr algn="l">
              <a:defRPr sz="1125" b="1">
                <a:solidFill>
                  <a:srgbClr val="C9793A"/>
                </a:solidFill>
              </a:defRPr>
            </a:pPr>
            <a:r>
              <a:rPr sz="1125" b="1">
                <a:solidFill>
                  <a:srgbClr val="C9793A"/>
                </a:solidFill>
              </a:rPr>
              <a:t>SKIPPED QUESTIONS</a:t>
            </a:r>
          </a:p>
        </p:txBody>
      </p:sp>
      <p:sp>
        <p:nvSpPr>
          <p:cNvPr id="10" name="">
            <a:extLst xmlns:a="http://schemas.openxmlformats.org/drawingml/2006/main">
              <a:ext uri="{FF2B5EF4-FFF2-40B4-BE49-F238E27FC236}">
                <a16:creationId xmlns:a16="http://schemas.microsoft.com/office/drawing/2014/main" id="{89A3EBD7-D1B9-4F3B-8E87-7E40E1D3B646}"/>
              </a:ext>
            </a:extLst>
          </p:cNvPr>
          <p:cNvSpPr>
            <a:spLocks xmlns:a="http://schemas.openxmlformats.org/drawingml/2006/main" noGrp="1"/>
          </p:cNvSpPr>
          <p:nvPr/>
        </p:nvSpPr>
        <p:spPr>
          <a:xfrm xmlns:a="http://schemas.openxmlformats.org/drawingml/2006/main">
            <a:off x="8305800" y="2457450"/>
            <a:ext cx="285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2025" b="1">
                <a:solidFill>
                  <a:srgbClr val="203247"/>
                </a:solidFill>
              </a:defRPr>
            </a:defPPr>
            <a:lvl1pPr algn="l">
              <a:defRPr sz="2025" b="1">
                <a:solidFill>
                  <a:srgbClr val="203247"/>
                </a:solidFill>
              </a:defRPr>
            </a:lvl1pPr>
            <a:lvl2pPr algn="l">
              <a:defRPr sz="2025" b="1">
                <a:solidFill>
                  <a:srgbClr val="203247"/>
                </a:solidFill>
              </a:defRPr>
            </a:lvl2pPr>
            <a:lvl3pPr algn="l">
              <a:defRPr sz="2025" b="1">
                <a:solidFill>
                  <a:srgbClr val="203247"/>
                </a:solidFill>
              </a:defRPr>
            </a:lvl3pPr>
            <a:lvl4pPr algn="l">
              <a:defRPr sz="2025" b="1">
                <a:solidFill>
                  <a:srgbClr val="203247"/>
                </a:solidFill>
              </a:defRPr>
            </a:lvl4pPr>
            <a:lvl5pPr algn="l">
              <a:defRPr sz="2025" b="1">
                <a:solidFill>
                  <a:srgbClr val="203247"/>
                </a:solidFill>
              </a:defRPr>
            </a:lvl5pPr>
            <a:lvl6pPr algn="l">
              <a:defRPr sz="2025" b="1">
                <a:solidFill>
                  <a:srgbClr val="203247"/>
                </a:solidFill>
              </a:defRPr>
            </a:lvl6pPr>
            <a:lvl7pPr algn="l">
              <a:defRPr sz="2025" b="1">
                <a:solidFill>
                  <a:srgbClr val="203247"/>
                </a:solidFill>
              </a:defRPr>
            </a:lvl7pPr>
            <a:lvl8pPr algn="l">
              <a:defRPr sz="2025" b="1">
                <a:solidFill>
                  <a:srgbClr val="203247"/>
                </a:solidFill>
              </a:defRPr>
            </a:lvl8pPr>
            <a:lvl9pPr algn="l">
              <a:defRPr sz="2025" b="1">
                <a:solidFill>
                  <a:srgbClr val="203247"/>
                </a:solidFill>
              </a:defRPr>
            </a:lvl9pPr>
          </a:lstStyle>
          <a:p xmlns:a="http://schemas.openxmlformats.org/drawingml/2006/main">
            <a:pPr algn="l">
              <a:defRPr sz="2025" b="1">
                <a:solidFill>
                  <a:srgbClr val="203247"/>
                </a:solidFill>
              </a:defRPr>
            </a:pPr>
            <a:r>
              <a:rPr sz="2025" b="1">
                <a:solidFill>
                  <a:srgbClr val="203247"/>
                </a:solidFill>
              </a:rPr>
              <a:t>0-15 point buffer</a:t>
            </a:r>
          </a:p>
        </p:txBody>
      </p:sp>
      <p:sp>
        <p:nvSpPr>
          <p:cNvPr id="11" name="">
            <a:extLst xmlns:a="http://schemas.openxmlformats.org/drawingml/2006/main">
              <a:ext uri="{FF2B5EF4-FFF2-40B4-BE49-F238E27FC236}">
                <a16:creationId xmlns:a16="http://schemas.microsoft.com/office/drawing/2014/main" id="{54418C69-3BD9-4351-843B-352978D557BC}"/>
              </a:ext>
            </a:extLst>
          </p:cNvPr>
          <p:cNvSpPr>
            <a:spLocks xmlns:a="http://schemas.openxmlformats.org/drawingml/2006/main" noGrp="1"/>
          </p:cNvSpPr>
          <p:nvPr/>
        </p:nvSpPr>
        <p:spPr>
          <a:xfrm xmlns:a="http://schemas.openxmlformats.org/drawingml/2006/main">
            <a:off x="3790950" y="2428875"/>
            <a:ext cx="4000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2550" b="1">
                <a:solidFill>
                  <a:srgbClr val="59677A"/>
                </a:solidFill>
              </a:defRPr>
            </a:defPPr>
            <a:lvl1pPr algn="ctr">
              <a:defRPr sz="2550" b="1">
                <a:solidFill>
                  <a:srgbClr val="59677A"/>
                </a:solidFill>
              </a:defRPr>
            </a:lvl1pPr>
            <a:lvl2pPr algn="ctr">
              <a:defRPr sz="2550" b="1">
                <a:solidFill>
                  <a:srgbClr val="59677A"/>
                </a:solidFill>
              </a:defRPr>
            </a:lvl2pPr>
            <a:lvl3pPr algn="ctr">
              <a:defRPr sz="2550" b="1">
                <a:solidFill>
                  <a:srgbClr val="59677A"/>
                </a:solidFill>
              </a:defRPr>
            </a:lvl3pPr>
            <a:lvl4pPr algn="ctr">
              <a:defRPr sz="2550" b="1">
                <a:solidFill>
                  <a:srgbClr val="59677A"/>
                </a:solidFill>
              </a:defRPr>
            </a:lvl4pPr>
            <a:lvl5pPr algn="ctr">
              <a:defRPr sz="2550" b="1">
                <a:solidFill>
                  <a:srgbClr val="59677A"/>
                </a:solidFill>
              </a:defRPr>
            </a:lvl5pPr>
            <a:lvl6pPr algn="ctr">
              <a:defRPr sz="2550" b="1">
                <a:solidFill>
                  <a:srgbClr val="59677A"/>
                </a:solidFill>
              </a:defRPr>
            </a:lvl6pPr>
            <a:lvl7pPr algn="ctr">
              <a:defRPr sz="2550" b="1">
                <a:solidFill>
                  <a:srgbClr val="59677A"/>
                </a:solidFill>
              </a:defRPr>
            </a:lvl7pPr>
            <a:lvl8pPr algn="ctr">
              <a:defRPr sz="2550" b="1">
                <a:solidFill>
                  <a:srgbClr val="59677A"/>
                </a:solidFill>
              </a:defRPr>
            </a:lvl8pPr>
            <a:lvl9pPr algn="ctr">
              <a:defRPr sz="2550" b="1">
                <a:solidFill>
                  <a:srgbClr val="59677A"/>
                </a:solidFill>
              </a:defRPr>
            </a:lvl9pPr>
          </a:lstStyle>
          <a:p xmlns:a="http://schemas.openxmlformats.org/drawingml/2006/main">
            <a:pPr algn="ctr">
              <a:defRPr sz="2550" b="1">
                <a:solidFill>
                  <a:srgbClr val="59677A"/>
                </a:solidFill>
              </a:defRPr>
            </a:pPr>
            <a:r>
              <a:rPr sz="2550" b="1">
                <a:solidFill>
                  <a:srgbClr val="59677A"/>
                </a:solidFill>
              </a:rPr>
              <a:t>+</a:t>
            </a:r>
          </a:p>
        </p:txBody>
      </p:sp>
      <p:sp>
        <p:nvSpPr>
          <p:cNvPr id="12" name="">
            <a:extLst xmlns:a="http://schemas.openxmlformats.org/drawingml/2006/main">
              <a:ext uri="{FF2B5EF4-FFF2-40B4-BE49-F238E27FC236}">
                <a16:creationId xmlns:a16="http://schemas.microsoft.com/office/drawing/2014/main" id="{21C69D3A-DBA9-47B4-B20B-E407795B7217}"/>
              </a:ext>
            </a:extLst>
          </p:cNvPr>
          <p:cNvSpPr>
            <a:spLocks xmlns:a="http://schemas.openxmlformats.org/drawingml/2006/main" noGrp="1"/>
          </p:cNvSpPr>
          <p:nvPr/>
        </p:nvSpPr>
        <p:spPr>
          <a:xfrm xmlns:a="http://schemas.openxmlformats.org/drawingml/2006/main">
            <a:off x="7562850" y="2428875"/>
            <a:ext cx="4000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2550" b="1">
                <a:solidFill>
                  <a:srgbClr val="59677A"/>
                </a:solidFill>
              </a:defRPr>
            </a:defPPr>
            <a:lvl1pPr algn="ctr">
              <a:defRPr sz="2550" b="1">
                <a:solidFill>
                  <a:srgbClr val="59677A"/>
                </a:solidFill>
              </a:defRPr>
            </a:lvl1pPr>
            <a:lvl2pPr algn="ctr">
              <a:defRPr sz="2550" b="1">
                <a:solidFill>
                  <a:srgbClr val="59677A"/>
                </a:solidFill>
              </a:defRPr>
            </a:lvl2pPr>
            <a:lvl3pPr algn="ctr">
              <a:defRPr sz="2550" b="1">
                <a:solidFill>
                  <a:srgbClr val="59677A"/>
                </a:solidFill>
              </a:defRPr>
            </a:lvl3pPr>
            <a:lvl4pPr algn="ctr">
              <a:defRPr sz="2550" b="1">
                <a:solidFill>
                  <a:srgbClr val="59677A"/>
                </a:solidFill>
              </a:defRPr>
            </a:lvl4pPr>
            <a:lvl5pPr algn="ctr">
              <a:defRPr sz="2550" b="1">
                <a:solidFill>
                  <a:srgbClr val="59677A"/>
                </a:solidFill>
              </a:defRPr>
            </a:lvl5pPr>
            <a:lvl6pPr algn="ctr">
              <a:defRPr sz="2550" b="1">
                <a:solidFill>
                  <a:srgbClr val="59677A"/>
                </a:solidFill>
              </a:defRPr>
            </a:lvl6pPr>
            <a:lvl7pPr algn="ctr">
              <a:defRPr sz="2550" b="1">
                <a:solidFill>
                  <a:srgbClr val="59677A"/>
                </a:solidFill>
              </a:defRPr>
            </a:lvl7pPr>
            <a:lvl8pPr algn="ctr">
              <a:defRPr sz="2550" b="1">
                <a:solidFill>
                  <a:srgbClr val="59677A"/>
                </a:solidFill>
              </a:defRPr>
            </a:lvl8pPr>
            <a:lvl9pPr algn="ctr">
              <a:defRPr sz="2550" b="1">
                <a:solidFill>
                  <a:srgbClr val="59677A"/>
                </a:solidFill>
              </a:defRPr>
            </a:lvl9pPr>
          </a:lstStyle>
          <a:p xmlns:a="http://schemas.openxmlformats.org/drawingml/2006/main">
            <a:pPr algn="ctr">
              <a:defRPr sz="2550" b="1">
                <a:solidFill>
                  <a:srgbClr val="59677A"/>
                </a:solidFill>
              </a:defRPr>
            </a:pPr>
            <a:r>
              <a:rPr sz="2550" b="1">
                <a:solidFill>
                  <a:srgbClr val="59677A"/>
                </a:solidFill>
              </a:rPr>
              <a:t>+</a:t>
            </a:r>
          </a:p>
        </p:txBody>
      </p:sp>
      <p:sp>
        <p:nvSpPr>
          <p:cNvPr id="13" name="">
            <a:extLst xmlns:a="http://schemas.openxmlformats.org/drawingml/2006/main">
              <a:ext uri="{FF2B5EF4-FFF2-40B4-BE49-F238E27FC236}">
                <a16:creationId xmlns:a16="http://schemas.microsoft.com/office/drawing/2014/main" id="{925014EA-0CE9-437E-B594-069B3B010EBA}"/>
              </a:ext>
            </a:extLst>
          </p:cNvPr>
          <p:cNvSpPr>
            <a:spLocks xmlns:a="http://schemas.openxmlformats.org/drawingml/2006/main" noGrp="1"/>
          </p:cNvSpPr>
          <p:nvPr/>
        </p:nvSpPr>
        <p:spPr>
          <a:xfrm xmlns:a="http://schemas.openxmlformats.org/drawingml/2006/main">
            <a:off x="762000" y="3314700"/>
            <a:ext cx="10401300" cy="19050"/>
          </a:xfrm>
          <a:prstGeom xmlns:a="http://schemas.openxmlformats.org/drawingml/2006/main" prst="rect">
            <a:avLst/>
          </a:prstGeom>
          <a:solidFill xmlns:a="http://schemas.openxmlformats.org/drawingml/2006/main">
            <a:srgbClr val="D8D3CA"/>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99FAEC3A-C173-4C3D-B178-FCF0C5166C22}"/>
              </a:ext>
            </a:extLst>
          </p:cNvPr>
          <p:cNvSpPr>
            <a:spLocks xmlns:a="http://schemas.openxmlformats.org/drawingml/2006/main" noGrp="1"/>
          </p:cNvSpPr>
          <p:nvPr/>
        </p:nvSpPr>
        <p:spPr>
          <a:xfrm xmlns:a="http://schemas.openxmlformats.org/drawingml/2006/main">
            <a:off x="876300" y="3829050"/>
            <a:ext cx="2476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2100" b="1">
                <a:solidFill>
                  <a:srgbClr val="2F7D68"/>
                </a:solidFill>
              </a:defRPr>
            </a:defPPr>
            <a:lvl1pPr algn="ctr">
              <a:defRPr sz="2100" b="1">
                <a:solidFill>
                  <a:srgbClr val="2F7D68"/>
                </a:solidFill>
              </a:defRPr>
            </a:lvl1pPr>
            <a:lvl2pPr algn="ctr">
              <a:defRPr sz="2100" b="1">
                <a:solidFill>
                  <a:srgbClr val="2F7D68"/>
                </a:solidFill>
              </a:defRPr>
            </a:lvl2pPr>
            <a:lvl3pPr algn="ctr">
              <a:defRPr sz="2100" b="1">
                <a:solidFill>
                  <a:srgbClr val="2F7D68"/>
                </a:solidFill>
              </a:defRPr>
            </a:lvl3pPr>
            <a:lvl4pPr algn="ctr">
              <a:defRPr sz="2100" b="1">
                <a:solidFill>
                  <a:srgbClr val="2F7D68"/>
                </a:solidFill>
              </a:defRPr>
            </a:lvl4pPr>
            <a:lvl5pPr algn="ctr">
              <a:defRPr sz="2100" b="1">
                <a:solidFill>
                  <a:srgbClr val="2F7D68"/>
                </a:solidFill>
              </a:defRPr>
            </a:lvl5pPr>
            <a:lvl6pPr algn="ctr">
              <a:defRPr sz="2100" b="1">
                <a:solidFill>
                  <a:srgbClr val="2F7D68"/>
                </a:solidFill>
              </a:defRPr>
            </a:lvl6pPr>
            <a:lvl7pPr algn="ctr">
              <a:defRPr sz="2100" b="1">
                <a:solidFill>
                  <a:srgbClr val="2F7D68"/>
                </a:solidFill>
              </a:defRPr>
            </a:lvl7pPr>
            <a:lvl8pPr algn="ctr">
              <a:defRPr sz="2100" b="1">
                <a:solidFill>
                  <a:srgbClr val="2F7D68"/>
                </a:solidFill>
              </a:defRPr>
            </a:lvl8pPr>
            <a:lvl9pPr algn="ctr">
              <a:defRPr sz="2100" b="1">
                <a:solidFill>
                  <a:srgbClr val="2F7D68"/>
                </a:solidFill>
              </a:defRPr>
            </a:lvl9pPr>
          </a:lstStyle>
          <a:p xmlns:a="http://schemas.openxmlformats.org/drawingml/2006/main">
            <a:pPr algn="ctr">
              <a:defRPr sz="2100" b="1">
                <a:solidFill>
                  <a:srgbClr val="2F7D68"/>
                </a:solidFill>
              </a:defRPr>
            </a:pPr>
            <a:r>
              <a:rPr sz="2100" b="1">
                <a:solidFill>
                  <a:srgbClr val="2F7D68"/>
                </a:solidFill>
              </a:rPr>
              <a:t>0-29</a:t>
            </a:r>
          </a:p>
        </p:txBody>
      </p:sp>
      <p:sp>
        <p:nvSpPr>
          <p:cNvPr id="15" name="">
            <a:extLst xmlns:a="http://schemas.openxmlformats.org/drawingml/2006/main">
              <a:ext uri="{FF2B5EF4-FFF2-40B4-BE49-F238E27FC236}">
                <a16:creationId xmlns:a16="http://schemas.microsoft.com/office/drawing/2014/main" id="{17A8CA88-55C2-4B74-9769-C75C4DD7369C}"/>
              </a:ext>
            </a:extLst>
          </p:cNvPr>
          <p:cNvSpPr>
            <a:spLocks xmlns:a="http://schemas.openxmlformats.org/drawingml/2006/main" noGrp="1"/>
          </p:cNvSpPr>
          <p:nvPr/>
        </p:nvSpPr>
        <p:spPr>
          <a:xfrm xmlns:a="http://schemas.openxmlformats.org/drawingml/2006/main">
            <a:off x="876300" y="4276725"/>
            <a:ext cx="2476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500" b="0">
                <a:solidFill>
                  <a:srgbClr val="59677A"/>
                </a:solidFill>
              </a:defRPr>
            </a:defPPr>
            <a:lvl1pPr algn="ctr">
              <a:defRPr sz="1500" b="0">
                <a:solidFill>
                  <a:srgbClr val="59677A"/>
                </a:solidFill>
              </a:defRPr>
            </a:lvl1pPr>
            <a:lvl2pPr algn="ctr">
              <a:defRPr sz="1500" b="0">
                <a:solidFill>
                  <a:srgbClr val="59677A"/>
                </a:solidFill>
              </a:defRPr>
            </a:lvl2pPr>
            <a:lvl3pPr algn="ctr">
              <a:defRPr sz="1500" b="0">
                <a:solidFill>
                  <a:srgbClr val="59677A"/>
                </a:solidFill>
              </a:defRPr>
            </a:lvl3pPr>
            <a:lvl4pPr algn="ctr">
              <a:defRPr sz="1500" b="0">
                <a:solidFill>
                  <a:srgbClr val="59677A"/>
                </a:solidFill>
              </a:defRPr>
            </a:lvl4pPr>
            <a:lvl5pPr algn="ctr">
              <a:defRPr sz="1500" b="0">
                <a:solidFill>
                  <a:srgbClr val="59677A"/>
                </a:solidFill>
              </a:defRPr>
            </a:lvl5pPr>
            <a:lvl6pPr algn="ctr">
              <a:defRPr sz="1500" b="0">
                <a:solidFill>
                  <a:srgbClr val="59677A"/>
                </a:solidFill>
              </a:defRPr>
            </a:lvl6pPr>
            <a:lvl7pPr algn="ctr">
              <a:defRPr sz="1500" b="0">
                <a:solidFill>
                  <a:srgbClr val="59677A"/>
                </a:solidFill>
              </a:defRPr>
            </a:lvl7pPr>
            <a:lvl8pPr algn="ctr">
              <a:defRPr sz="1500" b="0">
                <a:solidFill>
                  <a:srgbClr val="59677A"/>
                </a:solidFill>
              </a:defRPr>
            </a:lvl8pPr>
            <a:lvl9pPr algn="ctr">
              <a:defRPr sz="1500" b="0">
                <a:solidFill>
                  <a:srgbClr val="59677A"/>
                </a:solidFill>
              </a:defRPr>
            </a:lvl9pPr>
          </a:lstStyle>
          <a:p xmlns:a="http://schemas.openxmlformats.org/drawingml/2006/main">
            <a:pPr algn="ctr">
              <a:defRPr sz="1500" b="0">
                <a:solidFill>
                  <a:srgbClr val="59677A"/>
                </a:solidFill>
              </a:defRPr>
            </a:pPr>
            <a:r>
              <a:rPr sz="1500" b="0">
                <a:solidFill>
                  <a:srgbClr val="59677A"/>
                </a:solidFill>
              </a:rPr>
              <a:t>Low</a:t>
            </a:r>
          </a:p>
        </p:txBody>
      </p:sp>
      <p:sp>
        <p:nvSpPr>
          <p:cNvPr id="16" name="">
            <a:extLst xmlns:a="http://schemas.openxmlformats.org/drawingml/2006/main">
              <a:ext uri="{FF2B5EF4-FFF2-40B4-BE49-F238E27FC236}">
                <a16:creationId xmlns:a16="http://schemas.microsoft.com/office/drawing/2014/main" id="{D91DFF42-7E8F-4F7F-92F7-D620484E5033}"/>
              </a:ext>
            </a:extLst>
          </p:cNvPr>
          <p:cNvSpPr>
            <a:spLocks xmlns:a="http://schemas.openxmlformats.org/drawingml/2006/main" noGrp="1"/>
          </p:cNvSpPr>
          <p:nvPr/>
        </p:nvSpPr>
        <p:spPr>
          <a:xfrm xmlns:a="http://schemas.openxmlformats.org/drawingml/2006/main">
            <a:off x="4857750" y="3829050"/>
            <a:ext cx="2476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2100" b="1">
                <a:solidFill>
                  <a:srgbClr val="C9793A"/>
                </a:solidFill>
              </a:defRPr>
            </a:defPPr>
            <a:lvl1pPr algn="ctr">
              <a:defRPr sz="2100" b="1">
                <a:solidFill>
                  <a:srgbClr val="C9793A"/>
                </a:solidFill>
              </a:defRPr>
            </a:lvl1pPr>
            <a:lvl2pPr algn="ctr">
              <a:defRPr sz="2100" b="1">
                <a:solidFill>
                  <a:srgbClr val="C9793A"/>
                </a:solidFill>
              </a:defRPr>
            </a:lvl2pPr>
            <a:lvl3pPr algn="ctr">
              <a:defRPr sz="2100" b="1">
                <a:solidFill>
                  <a:srgbClr val="C9793A"/>
                </a:solidFill>
              </a:defRPr>
            </a:lvl3pPr>
            <a:lvl4pPr algn="ctr">
              <a:defRPr sz="2100" b="1">
                <a:solidFill>
                  <a:srgbClr val="C9793A"/>
                </a:solidFill>
              </a:defRPr>
            </a:lvl4pPr>
            <a:lvl5pPr algn="ctr">
              <a:defRPr sz="2100" b="1">
                <a:solidFill>
                  <a:srgbClr val="C9793A"/>
                </a:solidFill>
              </a:defRPr>
            </a:lvl5pPr>
            <a:lvl6pPr algn="ctr">
              <a:defRPr sz="2100" b="1">
                <a:solidFill>
                  <a:srgbClr val="C9793A"/>
                </a:solidFill>
              </a:defRPr>
            </a:lvl6pPr>
            <a:lvl7pPr algn="ctr">
              <a:defRPr sz="2100" b="1">
                <a:solidFill>
                  <a:srgbClr val="C9793A"/>
                </a:solidFill>
              </a:defRPr>
            </a:lvl7pPr>
            <a:lvl8pPr algn="ctr">
              <a:defRPr sz="2100" b="1">
                <a:solidFill>
                  <a:srgbClr val="C9793A"/>
                </a:solidFill>
              </a:defRPr>
            </a:lvl8pPr>
            <a:lvl9pPr algn="ctr">
              <a:defRPr sz="2100" b="1">
                <a:solidFill>
                  <a:srgbClr val="C9793A"/>
                </a:solidFill>
              </a:defRPr>
            </a:lvl9pPr>
          </a:lstStyle>
          <a:p xmlns:a="http://schemas.openxmlformats.org/drawingml/2006/main">
            <a:pPr algn="ctr">
              <a:defRPr sz="2100" b="1">
                <a:solidFill>
                  <a:srgbClr val="C9793A"/>
                </a:solidFill>
              </a:defRPr>
            </a:pPr>
            <a:r>
              <a:rPr sz="2100" b="1">
                <a:solidFill>
                  <a:srgbClr val="C9793A"/>
                </a:solidFill>
              </a:rPr>
              <a:t>30-59</a:t>
            </a:r>
          </a:p>
        </p:txBody>
      </p:sp>
      <p:sp>
        <p:nvSpPr>
          <p:cNvPr id="17" name="">
            <a:extLst xmlns:a="http://schemas.openxmlformats.org/drawingml/2006/main">
              <a:ext uri="{FF2B5EF4-FFF2-40B4-BE49-F238E27FC236}">
                <a16:creationId xmlns:a16="http://schemas.microsoft.com/office/drawing/2014/main" id="{DE7BB549-9D5A-4847-8200-E69512A47170}"/>
              </a:ext>
            </a:extLst>
          </p:cNvPr>
          <p:cNvSpPr>
            <a:spLocks xmlns:a="http://schemas.openxmlformats.org/drawingml/2006/main" noGrp="1"/>
          </p:cNvSpPr>
          <p:nvPr/>
        </p:nvSpPr>
        <p:spPr>
          <a:xfrm xmlns:a="http://schemas.openxmlformats.org/drawingml/2006/main">
            <a:off x="4857750" y="4276725"/>
            <a:ext cx="2476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500" b="0">
                <a:solidFill>
                  <a:srgbClr val="59677A"/>
                </a:solidFill>
              </a:defRPr>
            </a:defPPr>
            <a:lvl1pPr algn="ctr">
              <a:defRPr sz="1500" b="0">
                <a:solidFill>
                  <a:srgbClr val="59677A"/>
                </a:solidFill>
              </a:defRPr>
            </a:lvl1pPr>
            <a:lvl2pPr algn="ctr">
              <a:defRPr sz="1500" b="0">
                <a:solidFill>
                  <a:srgbClr val="59677A"/>
                </a:solidFill>
              </a:defRPr>
            </a:lvl2pPr>
            <a:lvl3pPr algn="ctr">
              <a:defRPr sz="1500" b="0">
                <a:solidFill>
                  <a:srgbClr val="59677A"/>
                </a:solidFill>
              </a:defRPr>
            </a:lvl3pPr>
            <a:lvl4pPr algn="ctr">
              <a:defRPr sz="1500" b="0">
                <a:solidFill>
                  <a:srgbClr val="59677A"/>
                </a:solidFill>
              </a:defRPr>
            </a:lvl4pPr>
            <a:lvl5pPr algn="ctr">
              <a:defRPr sz="1500" b="0">
                <a:solidFill>
                  <a:srgbClr val="59677A"/>
                </a:solidFill>
              </a:defRPr>
            </a:lvl5pPr>
            <a:lvl6pPr algn="ctr">
              <a:defRPr sz="1500" b="0">
                <a:solidFill>
                  <a:srgbClr val="59677A"/>
                </a:solidFill>
              </a:defRPr>
            </a:lvl6pPr>
            <a:lvl7pPr algn="ctr">
              <a:defRPr sz="1500" b="0">
                <a:solidFill>
                  <a:srgbClr val="59677A"/>
                </a:solidFill>
              </a:defRPr>
            </a:lvl7pPr>
            <a:lvl8pPr algn="ctr">
              <a:defRPr sz="1500" b="0">
                <a:solidFill>
                  <a:srgbClr val="59677A"/>
                </a:solidFill>
              </a:defRPr>
            </a:lvl8pPr>
            <a:lvl9pPr algn="ctr">
              <a:defRPr sz="1500" b="0">
                <a:solidFill>
                  <a:srgbClr val="59677A"/>
                </a:solidFill>
              </a:defRPr>
            </a:lvl9pPr>
          </a:lstStyle>
          <a:p xmlns:a="http://schemas.openxmlformats.org/drawingml/2006/main">
            <a:pPr algn="ctr">
              <a:defRPr sz="1500" b="0">
                <a:solidFill>
                  <a:srgbClr val="59677A"/>
                </a:solidFill>
              </a:defRPr>
            </a:pPr>
            <a:r>
              <a:rPr sz="1500" b="0">
                <a:solidFill>
                  <a:srgbClr val="59677A"/>
                </a:solidFill>
              </a:rPr>
              <a:t>Moderate</a:t>
            </a:r>
          </a:p>
        </p:txBody>
      </p:sp>
      <p:sp>
        <p:nvSpPr>
          <p:cNvPr id="18" name="">
            <a:extLst xmlns:a="http://schemas.openxmlformats.org/drawingml/2006/main">
              <a:ext uri="{FF2B5EF4-FFF2-40B4-BE49-F238E27FC236}">
                <a16:creationId xmlns:a16="http://schemas.microsoft.com/office/drawing/2014/main" id="{F6F1F4D9-3013-4789-9EBD-B4B323C2189F}"/>
              </a:ext>
            </a:extLst>
          </p:cNvPr>
          <p:cNvSpPr>
            <a:spLocks xmlns:a="http://schemas.openxmlformats.org/drawingml/2006/main" noGrp="1"/>
          </p:cNvSpPr>
          <p:nvPr/>
        </p:nvSpPr>
        <p:spPr>
          <a:xfrm xmlns:a="http://schemas.openxmlformats.org/drawingml/2006/main">
            <a:off x="8839200" y="3829050"/>
            <a:ext cx="2476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2100" b="1">
                <a:solidFill>
                  <a:srgbClr val="B75045"/>
                </a:solidFill>
              </a:defRPr>
            </a:defPPr>
            <a:lvl1pPr algn="ctr">
              <a:defRPr sz="2100" b="1">
                <a:solidFill>
                  <a:srgbClr val="B75045"/>
                </a:solidFill>
              </a:defRPr>
            </a:lvl1pPr>
            <a:lvl2pPr algn="ctr">
              <a:defRPr sz="2100" b="1">
                <a:solidFill>
                  <a:srgbClr val="B75045"/>
                </a:solidFill>
              </a:defRPr>
            </a:lvl2pPr>
            <a:lvl3pPr algn="ctr">
              <a:defRPr sz="2100" b="1">
                <a:solidFill>
                  <a:srgbClr val="B75045"/>
                </a:solidFill>
              </a:defRPr>
            </a:lvl3pPr>
            <a:lvl4pPr algn="ctr">
              <a:defRPr sz="2100" b="1">
                <a:solidFill>
                  <a:srgbClr val="B75045"/>
                </a:solidFill>
              </a:defRPr>
            </a:lvl4pPr>
            <a:lvl5pPr algn="ctr">
              <a:defRPr sz="2100" b="1">
                <a:solidFill>
                  <a:srgbClr val="B75045"/>
                </a:solidFill>
              </a:defRPr>
            </a:lvl5pPr>
            <a:lvl6pPr algn="ctr">
              <a:defRPr sz="2100" b="1">
                <a:solidFill>
                  <a:srgbClr val="B75045"/>
                </a:solidFill>
              </a:defRPr>
            </a:lvl6pPr>
            <a:lvl7pPr algn="ctr">
              <a:defRPr sz="2100" b="1">
                <a:solidFill>
                  <a:srgbClr val="B75045"/>
                </a:solidFill>
              </a:defRPr>
            </a:lvl7pPr>
            <a:lvl8pPr algn="ctr">
              <a:defRPr sz="2100" b="1">
                <a:solidFill>
                  <a:srgbClr val="B75045"/>
                </a:solidFill>
              </a:defRPr>
            </a:lvl8pPr>
            <a:lvl9pPr algn="ctr">
              <a:defRPr sz="2100" b="1">
                <a:solidFill>
                  <a:srgbClr val="B75045"/>
                </a:solidFill>
              </a:defRPr>
            </a:lvl9pPr>
          </a:lstStyle>
          <a:p xmlns:a="http://schemas.openxmlformats.org/drawingml/2006/main">
            <a:pPr algn="ctr">
              <a:defRPr sz="2100" b="1">
                <a:solidFill>
                  <a:srgbClr val="B75045"/>
                </a:solidFill>
              </a:defRPr>
            </a:pPr>
            <a:r>
              <a:rPr sz="2100" b="1">
                <a:solidFill>
                  <a:srgbClr val="B75045"/>
                </a:solidFill>
              </a:rPr>
              <a:t>60-100</a:t>
            </a:r>
          </a:p>
        </p:txBody>
      </p:sp>
      <p:sp>
        <p:nvSpPr>
          <p:cNvPr id="19" name="">
            <a:extLst xmlns:a="http://schemas.openxmlformats.org/drawingml/2006/main">
              <a:ext uri="{FF2B5EF4-FFF2-40B4-BE49-F238E27FC236}">
                <a16:creationId xmlns:a16="http://schemas.microsoft.com/office/drawing/2014/main" id="{4C085FAA-B6B6-4F22-ACC5-ED5368821411}"/>
              </a:ext>
            </a:extLst>
          </p:cNvPr>
          <p:cNvSpPr>
            <a:spLocks xmlns:a="http://schemas.openxmlformats.org/drawingml/2006/main" noGrp="1"/>
          </p:cNvSpPr>
          <p:nvPr/>
        </p:nvSpPr>
        <p:spPr>
          <a:xfrm xmlns:a="http://schemas.openxmlformats.org/drawingml/2006/main">
            <a:off x="8839200" y="4276725"/>
            <a:ext cx="2476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500" b="0">
                <a:solidFill>
                  <a:srgbClr val="59677A"/>
                </a:solidFill>
              </a:defRPr>
            </a:defPPr>
            <a:lvl1pPr algn="ctr">
              <a:defRPr sz="1500" b="0">
                <a:solidFill>
                  <a:srgbClr val="59677A"/>
                </a:solidFill>
              </a:defRPr>
            </a:lvl1pPr>
            <a:lvl2pPr algn="ctr">
              <a:defRPr sz="1500" b="0">
                <a:solidFill>
                  <a:srgbClr val="59677A"/>
                </a:solidFill>
              </a:defRPr>
            </a:lvl2pPr>
            <a:lvl3pPr algn="ctr">
              <a:defRPr sz="1500" b="0">
                <a:solidFill>
                  <a:srgbClr val="59677A"/>
                </a:solidFill>
              </a:defRPr>
            </a:lvl3pPr>
            <a:lvl4pPr algn="ctr">
              <a:defRPr sz="1500" b="0">
                <a:solidFill>
                  <a:srgbClr val="59677A"/>
                </a:solidFill>
              </a:defRPr>
            </a:lvl4pPr>
            <a:lvl5pPr algn="ctr">
              <a:defRPr sz="1500" b="0">
                <a:solidFill>
                  <a:srgbClr val="59677A"/>
                </a:solidFill>
              </a:defRPr>
            </a:lvl5pPr>
            <a:lvl6pPr algn="ctr">
              <a:defRPr sz="1500" b="0">
                <a:solidFill>
                  <a:srgbClr val="59677A"/>
                </a:solidFill>
              </a:defRPr>
            </a:lvl6pPr>
            <a:lvl7pPr algn="ctr">
              <a:defRPr sz="1500" b="0">
                <a:solidFill>
                  <a:srgbClr val="59677A"/>
                </a:solidFill>
              </a:defRPr>
            </a:lvl7pPr>
            <a:lvl8pPr algn="ctr">
              <a:defRPr sz="1500" b="0">
                <a:solidFill>
                  <a:srgbClr val="59677A"/>
                </a:solidFill>
              </a:defRPr>
            </a:lvl8pPr>
            <a:lvl9pPr algn="ctr">
              <a:defRPr sz="1500" b="0">
                <a:solidFill>
                  <a:srgbClr val="59677A"/>
                </a:solidFill>
              </a:defRPr>
            </a:lvl9pPr>
          </a:lstStyle>
          <a:p xmlns:a="http://schemas.openxmlformats.org/drawingml/2006/main">
            <a:pPr algn="ctr">
              <a:defRPr sz="1500" b="0">
                <a:solidFill>
                  <a:srgbClr val="59677A"/>
                </a:solidFill>
              </a:defRPr>
            </a:pPr>
            <a:r>
              <a:rPr sz="1500" b="0">
                <a:solidFill>
                  <a:srgbClr val="59677A"/>
                </a:solidFill>
              </a:rPr>
              <a:t>High</a:t>
            </a:r>
          </a:p>
        </p:txBody>
      </p:sp>
      <p:sp>
        <p:nvSpPr>
          <p:cNvPr id="20" name="">
            <a:extLst xmlns:a="http://schemas.openxmlformats.org/drawingml/2006/main">
              <a:ext uri="{FF2B5EF4-FFF2-40B4-BE49-F238E27FC236}">
                <a16:creationId xmlns:a16="http://schemas.microsoft.com/office/drawing/2014/main" id="{E44CFE84-D1CC-4CC8-BE4C-281846203B60}"/>
              </a:ext>
            </a:extLst>
          </p:cNvPr>
          <p:cNvSpPr>
            <a:spLocks xmlns:a="http://schemas.openxmlformats.org/drawingml/2006/main" noGrp="1"/>
          </p:cNvSpPr>
          <p:nvPr/>
        </p:nvSpPr>
        <p:spPr>
          <a:xfrm xmlns:a="http://schemas.openxmlformats.org/drawingml/2006/main">
            <a:off x="1466850" y="4800600"/>
            <a:ext cx="9258300" cy="628650"/>
          </a:xfrm>
          <a:prstGeom xmlns:a="http://schemas.openxmlformats.org/drawingml/2006/main" prst="roundRect">
            <a:avLst>
              <a:gd name="adj" fmla="val 12121"/>
            </a:avLst>
          </a:prstGeom>
          <a:solidFill xmlns:a="http://schemas.openxmlformats.org/drawingml/2006/main">
            <a:srgbClr val="FFFDFC"/>
          </a:solidFill>
          <a:ln xmlns:a="http://schemas.openxmlformats.org/drawingml/2006/main" w="9525">
            <a:solidFill>
              <a:srgbClr val="D8D3CA"/>
            </a:solidFill>
            <a:prstDash val="solid"/>
          </a:ln>
        </p:spPr>
      </p:sp>
      <p:sp>
        <p:nvSpPr>
          <p:cNvPr id="21" name="">
            <a:extLst xmlns:a="http://schemas.openxmlformats.org/drawingml/2006/main">
              <a:ext uri="{FF2B5EF4-FFF2-40B4-BE49-F238E27FC236}">
                <a16:creationId xmlns:a16="http://schemas.microsoft.com/office/drawing/2014/main" id="{DCA8966B-A950-4285-A11A-9613ED57D9A5}"/>
              </a:ext>
            </a:extLst>
          </p:cNvPr>
          <p:cNvSpPr>
            <a:spLocks xmlns:a="http://schemas.openxmlformats.org/drawingml/2006/main" noGrp="1"/>
          </p:cNvSpPr>
          <p:nvPr/>
        </p:nvSpPr>
        <p:spPr>
          <a:xfrm xmlns:a="http://schemas.openxmlformats.org/drawingml/2006/main">
            <a:off x="1657350" y="4895850"/>
            <a:ext cx="1619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050" b="1">
                <a:solidFill>
                  <a:srgbClr val="1E5D78"/>
                </a:solidFill>
              </a:defRPr>
            </a:defPPr>
            <a:lvl1pPr algn="l">
              <a:defRPr sz="1050" b="1">
                <a:solidFill>
                  <a:srgbClr val="1E5D78"/>
                </a:solidFill>
              </a:defRPr>
            </a:lvl1pPr>
            <a:lvl2pPr algn="l">
              <a:defRPr sz="1050" b="1">
                <a:solidFill>
                  <a:srgbClr val="1E5D78"/>
                </a:solidFill>
              </a:defRPr>
            </a:lvl2pPr>
            <a:lvl3pPr algn="l">
              <a:defRPr sz="1050" b="1">
                <a:solidFill>
                  <a:srgbClr val="1E5D78"/>
                </a:solidFill>
              </a:defRPr>
            </a:lvl3pPr>
            <a:lvl4pPr algn="l">
              <a:defRPr sz="1050" b="1">
                <a:solidFill>
                  <a:srgbClr val="1E5D78"/>
                </a:solidFill>
              </a:defRPr>
            </a:lvl4pPr>
            <a:lvl5pPr algn="l">
              <a:defRPr sz="1050" b="1">
                <a:solidFill>
                  <a:srgbClr val="1E5D78"/>
                </a:solidFill>
              </a:defRPr>
            </a:lvl5pPr>
            <a:lvl6pPr algn="l">
              <a:defRPr sz="1050" b="1">
                <a:solidFill>
                  <a:srgbClr val="1E5D78"/>
                </a:solidFill>
              </a:defRPr>
            </a:lvl6pPr>
            <a:lvl7pPr algn="l">
              <a:defRPr sz="1050" b="1">
                <a:solidFill>
                  <a:srgbClr val="1E5D78"/>
                </a:solidFill>
              </a:defRPr>
            </a:lvl7pPr>
            <a:lvl8pPr algn="l">
              <a:defRPr sz="1050" b="1">
                <a:solidFill>
                  <a:srgbClr val="1E5D78"/>
                </a:solidFill>
              </a:defRPr>
            </a:lvl8pPr>
            <a:lvl9pPr algn="l">
              <a:defRPr sz="1050" b="1">
                <a:solidFill>
                  <a:srgbClr val="1E5D78"/>
                </a:solidFill>
              </a:defRPr>
            </a:lvl9pPr>
          </a:lstStyle>
          <a:p xmlns:a="http://schemas.openxmlformats.org/drawingml/2006/main">
            <a:pPr algn="l">
              <a:defRPr sz="1050" b="1">
                <a:solidFill>
                  <a:srgbClr val="1E5D78"/>
                </a:solidFill>
              </a:defRPr>
            </a:pPr>
            <a:r>
              <a:rPr sz="1050" b="1">
                <a:solidFill>
                  <a:srgbClr val="1E5D78"/>
                </a:solidFill>
              </a:rPr>
              <a:t>WORKED EXAMPLE</a:t>
            </a:r>
          </a:p>
        </p:txBody>
      </p:sp>
      <p:sp>
        <p:nvSpPr>
          <p:cNvPr id="22" name="">
            <a:extLst xmlns:a="http://schemas.openxmlformats.org/drawingml/2006/main">
              <a:ext uri="{FF2B5EF4-FFF2-40B4-BE49-F238E27FC236}">
                <a16:creationId xmlns:a16="http://schemas.microsoft.com/office/drawing/2014/main" id="{5B593434-3BCC-4C37-96AF-B1D9D8066572}"/>
              </a:ext>
            </a:extLst>
          </p:cNvPr>
          <p:cNvSpPr>
            <a:spLocks xmlns:a="http://schemas.openxmlformats.org/drawingml/2006/main" noGrp="1"/>
          </p:cNvSpPr>
          <p:nvPr/>
        </p:nvSpPr>
        <p:spPr>
          <a:xfrm xmlns:a="http://schemas.openxmlformats.org/drawingml/2006/main">
            <a:off x="1657350" y="5124450"/>
            <a:ext cx="885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350" b="1">
                <a:solidFill>
                  <a:srgbClr val="203247"/>
                </a:solidFill>
              </a:defRPr>
            </a:defPPr>
            <a:lvl1pPr algn="l">
              <a:defRPr sz="1350" b="1">
                <a:solidFill>
                  <a:srgbClr val="203247"/>
                </a:solidFill>
              </a:defRPr>
            </a:lvl1pPr>
            <a:lvl2pPr algn="l">
              <a:defRPr sz="1350" b="1">
                <a:solidFill>
                  <a:srgbClr val="203247"/>
                </a:solidFill>
              </a:defRPr>
            </a:lvl2pPr>
            <a:lvl3pPr algn="l">
              <a:defRPr sz="1350" b="1">
                <a:solidFill>
                  <a:srgbClr val="203247"/>
                </a:solidFill>
              </a:defRPr>
            </a:lvl3pPr>
            <a:lvl4pPr algn="l">
              <a:defRPr sz="1350" b="1">
                <a:solidFill>
                  <a:srgbClr val="203247"/>
                </a:solidFill>
              </a:defRPr>
            </a:lvl4pPr>
            <a:lvl5pPr algn="l">
              <a:defRPr sz="1350" b="1">
                <a:solidFill>
                  <a:srgbClr val="203247"/>
                </a:solidFill>
              </a:defRPr>
            </a:lvl5pPr>
            <a:lvl6pPr algn="l">
              <a:defRPr sz="1350" b="1">
                <a:solidFill>
                  <a:srgbClr val="203247"/>
                </a:solidFill>
              </a:defRPr>
            </a:lvl6pPr>
            <a:lvl7pPr algn="l">
              <a:defRPr sz="1350" b="1">
                <a:solidFill>
                  <a:srgbClr val="203247"/>
                </a:solidFill>
              </a:defRPr>
            </a:lvl7pPr>
            <a:lvl8pPr algn="l">
              <a:defRPr sz="1350" b="1">
                <a:solidFill>
                  <a:srgbClr val="203247"/>
                </a:solidFill>
              </a:defRPr>
            </a:lvl8pPr>
            <a:lvl9pPr algn="l">
              <a:defRPr sz="1350" b="1">
                <a:solidFill>
                  <a:srgbClr val="203247"/>
                </a:solidFill>
              </a:defRPr>
            </a:lvl9pPr>
          </a:lstStyle>
          <a:p xmlns:a="http://schemas.openxmlformats.org/drawingml/2006/main">
            <a:pPr algn="l">
              <a:defRPr sz="1350" b="1">
                <a:solidFill>
                  <a:srgbClr val="203247"/>
                </a:solidFill>
              </a:defRPr>
            </a:pPr>
            <a:r>
              <a:rPr sz="1350" b="1">
                <a:solidFill>
                  <a:srgbClr val="203247"/>
                </a:solidFill>
              </a:rPr>
              <a:t>Visible hazards 28   +   Follow-up concerns 12   +   Skip buffer 0   =   Room score 40  Moderate</a:t>
            </a:r>
          </a:p>
        </p:txBody>
      </p:sp>
      <p:sp>
        <p:nvSpPr>
          <p:cNvPr id="23" name="">
            <a:extLst xmlns:a="http://schemas.openxmlformats.org/drawingml/2006/main">
              <a:ext uri="{FF2B5EF4-FFF2-40B4-BE49-F238E27FC236}">
                <a16:creationId xmlns:a16="http://schemas.microsoft.com/office/drawing/2014/main" id="{4C5AC0A0-5BF3-4939-9702-3442BA27574A}"/>
              </a:ext>
            </a:extLst>
          </p:cNvPr>
          <p:cNvSpPr>
            <a:spLocks xmlns:a="http://schemas.openxmlformats.org/drawingml/2006/main" noGrp="1"/>
          </p:cNvSpPr>
          <p:nvPr/>
        </p:nvSpPr>
        <p:spPr>
          <a:xfrm xmlns:a="http://schemas.openxmlformats.org/drawingml/2006/main">
            <a:off x="762000" y="5619750"/>
            <a:ext cx="104013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275" b="1">
                <a:solidFill>
                  <a:srgbClr val="203247"/>
                </a:solidFill>
              </a:defRPr>
            </a:defPPr>
            <a:lvl1pPr algn="ctr">
              <a:defRPr sz="1275" b="1">
                <a:solidFill>
                  <a:srgbClr val="203247"/>
                </a:solidFill>
              </a:defRPr>
            </a:lvl1pPr>
            <a:lvl2pPr algn="ctr">
              <a:defRPr sz="1275" b="1">
                <a:solidFill>
                  <a:srgbClr val="203247"/>
                </a:solidFill>
              </a:defRPr>
            </a:lvl2pPr>
            <a:lvl3pPr algn="ctr">
              <a:defRPr sz="1275" b="1">
                <a:solidFill>
                  <a:srgbClr val="203247"/>
                </a:solidFill>
              </a:defRPr>
            </a:lvl3pPr>
            <a:lvl4pPr algn="ctr">
              <a:defRPr sz="1275" b="1">
                <a:solidFill>
                  <a:srgbClr val="203247"/>
                </a:solidFill>
              </a:defRPr>
            </a:lvl4pPr>
            <a:lvl5pPr algn="ctr">
              <a:defRPr sz="1275" b="1">
                <a:solidFill>
                  <a:srgbClr val="203247"/>
                </a:solidFill>
              </a:defRPr>
            </a:lvl5pPr>
            <a:lvl6pPr algn="ctr">
              <a:defRPr sz="1275" b="1">
                <a:solidFill>
                  <a:srgbClr val="203247"/>
                </a:solidFill>
              </a:defRPr>
            </a:lvl6pPr>
            <a:lvl7pPr algn="ctr">
              <a:defRPr sz="1275" b="1">
                <a:solidFill>
                  <a:srgbClr val="203247"/>
                </a:solidFill>
              </a:defRPr>
            </a:lvl7pPr>
            <a:lvl8pPr algn="ctr">
              <a:defRPr sz="1275" b="1">
                <a:solidFill>
                  <a:srgbClr val="203247"/>
                </a:solidFill>
              </a:defRPr>
            </a:lvl8pPr>
            <a:lvl9pPr algn="ctr">
              <a:defRPr sz="1275" b="1">
                <a:solidFill>
                  <a:srgbClr val="203247"/>
                </a:solidFill>
              </a:defRPr>
            </a:lvl9pPr>
          </a:lstStyle>
          <a:p xmlns:a="http://schemas.openxmlformats.org/drawingml/2006/main">
            <a:pPr algn="ctr">
              <a:defRPr sz="1275" b="1">
                <a:solidFill>
                  <a:srgbClr val="203247"/>
                </a:solidFill>
              </a:defRPr>
            </a:pPr>
            <a:r>
              <a:rPr sz="1275" b="1">
                <a:solidFill>
                  <a:srgbClr val="203247"/>
                </a:solidFill>
              </a:rPr>
              <a:t>Fallback rule: if an AI point value is missing or invalid, the app uses the category's tested default. Final score = min(100, total).</a:t>
            </a:r>
          </a:p>
        </p:txBody>
      </p:sp>
    </p:spTree>
    <p:extLst>
      <p:ext uri="{BB962C8B-B14F-4D97-AF65-F5344CB8AC3E}">
        <p14:creationId xmlns:p14="http://schemas.microsoft.com/office/powerpoint/2010/main" val="1813069242"/>
      </p:ext>
    </p:extLst>
  </p:cSld>
</p:sld>
</file>

<file path=ppt/slides/slide5.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264269AB-402C-46AA-A178-14A0FC10B474}"/>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1E5D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C3F2A83-8CE8-4847-94F0-8A4AAECA95BF}"/>
              </a:ext>
            </a:extLst>
          </p:cNvPr>
          <p:cNvSpPr>
            <a:spLocks xmlns:a="http://schemas.openxmlformats.org/drawingml/2006/main" noGrp="1"/>
          </p:cNvSpPr>
          <p:nvPr/>
        </p:nvSpPr>
        <p:spPr>
          <a:xfrm xmlns:a="http://schemas.openxmlformats.org/drawingml/2006/main">
            <a:off x="628650" y="438150"/>
            <a:ext cx="109347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2700" b="1">
                <a:solidFill>
                  <a:srgbClr val="203247"/>
                </a:solidFill>
              </a:defRPr>
            </a:defPPr>
            <a:lvl1pPr algn="l">
              <a:defRPr sz="2700" b="1">
                <a:solidFill>
                  <a:srgbClr val="203247"/>
                </a:solidFill>
              </a:defRPr>
            </a:lvl1pPr>
            <a:lvl2pPr algn="l">
              <a:defRPr sz="2700" b="1">
                <a:solidFill>
                  <a:srgbClr val="203247"/>
                </a:solidFill>
              </a:defRPr>
            </a:lvl2pPr>
            <a:lvl3pPr algn="l">
              <a:defRPr sz="2700" b="1">
                <a:solidFill>
                  <a:srgbClr val="203247"/>
                </a:solidFill>
              </a:defRPr>
            </a:lvl3pPr>
            <a:lvl4pPr algn="l">
              <a:defRPr sz="2700" b="1">
                <a:solidFill>
                  <a:srgbClr val="203247"/>
                </a:solidFill>
              </a:defRPr>
            </a:lvl4pPr>
            <a:lvl5pPr algn="l">
              <a:defRPr sz="2700" b="1">
                <a:solidFill>
                  <a:srgbClr val="203247"/>
                </a:solidFill>
              </a:defRPr>
            </a:lvl5pPr>
            <a:lvl6pPr algn="l">
              <a:defRPr sz="2700" b="1">
                <a:solidFill>
                  <a:srgbClr val="203247"/>
                </a:solidFill>
              </a:defRPr>
            </a:lvl6pPr>
            <a:lvl7pPr algn="l">
              <a:defRPr sz="2700" b="1">
                <a:solidFill>
                  <a:srgbClr val="203247"/>
                </a:solidFill>
              </a:defRPr>
            </a:lvl7pPr>
            <a:lvl8pPr algn="l">
              <a:defRPr sz="2700" b="1">
                <a:solidFill>
                  <a:srgbClr val="203247"/>
                </a:solidFill>
              </a:defRPr>
            </a:lvl8pPr>
            <a:lvl9pPr algn="l">
              <a:defRPr sz="2700" b="1">
                <a:solidFill>
                  <a:srgbClr val="203247"/>
                </a:solidFill>
              </a:defRPr>
            </a:lvl9pPr>
          </a:lstStyle>
          <a:p xmlns:a="http://schemas.openxmlformats.org/drawingml/2006/main">
            <a:pPr algn="l">
              <a:defRPr sz="2700" b="1">
                <a:solidFill>
                  <a:srgbClr val="203247"/>
                </a:solidFill>
              </a:defRPr>
            </a:pPr>
            <a:r>
              <a:rPr sz="2700" b="1">
                <a:solidFill>
                  <a:srgbClr val="203247"/>
                </a:solidFill>
              </a:rPr>
              <a:t>Testing &amp; validation</a:t>
            </a:r>
          </a:p>
        </p:txBody>
      </p:sp>
      <p:sp>
        <p:nvSpPr>
          <p:cNvPr id="3" name="">
            <a:extLst xmlns:a="http://schemas.openxmlformats.org/drawingml/2006/main">
              <a:ext uri="{FF2B5EF4-FFF2-40B4-BE49-F238E27FC236}">
                <a16:creationId xmlns:a16="http://schemas.microsoft.com/office/drawing/2014/main" id="{22437726-B601-4E31-9AA2-2E35434AFD5C}"/>
              </a:ext>
            </a:extLst>
          </p:cNvPr>
          <p:cNvSpPr>
            <a:spLocks xmlns:a="http://schemas.openxmlformats.org/drawingml/2006/main" noGrp="1"/>
          </p:cNvSpPr>
          <p:nvPr/>
        </p:nvSpPr>
        <p:spPr>
          <a:xfrm xmlns:a="http://schemas.openxmlformats.org/drawingml/2006/main">
            <a:off x="628650" y="971550"/>
            <a:ext cx="109347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425" b="0">
                <a:solidFill>
                  <a:srgbClr val="59677A"/>
                </a:solidFill>
              </a:defRPr>
            </a:defPPr>
            <a:lvl1pPr algn="l">
              <a:defRPr sz="1425" b="0">
                <a:solidFill>
                  <a:srgbClr val="59677A"/>
                </a:solidFill>
              </a:defRPr>
            </a:lvl1pPr>
            <a:lvl2pPr algn="l">
              <a:defRPr sz="1425" b="0">
                <a:solidFill>
                  <a:srgbClr val="59677A"/>
                </a:solidFill>
              </a:defRPr>
            </a:lvl2pPr>
            <a:lvl3pPr algn="l">
              <a:defRPr sz="1425" b="0">
                <a:solidFill>
                  <a:srgbClr val="59677A"/>
                </a:solidFill>
              </a:defRPr>
            </a:lvl3pPr>
            <a:lvl4pPr algn="l">
              <a:defRPr sz="1425" b="0">
                <a:solidFill>
                  <a:srgbClr val="59677A"/>
                </a:solidFill>
              </a:defRPr>
            </a:lvl4pPr>
            <a:lvl5pPr algn="l">
              <a:defRPr sz="1425" b="0">
                <a:solidFill>
                  <a:srgbClr val="59677A"/>
                </a:solidFill>
              </a:defRPr>
            </a:lvl5pPr>
            <a:lvl6pPr algn="l">
              <a:defRPr sz="1425" b="0">
                <a:solidFill>
                  <a:srgbClr val="59677A"/>
                </a:solidFill>
              </a:defRPr>
            </a:lvl6pPr>
            <a:lvl7pPr algn="l">
              <a:defRPr sz="1425" b="0">
                <a:solidFill>
                  <a:srgbClr val="59677A"/>
                </a:solidFill>
              </a:defRPr>
            </a:lvl7pPr>
            <a:lvl8pPr algn="l">
              <a:defRPr sz="1425" b="0">
                <a:solidFill>
                  <a:srgbClr val="59677A"/>
                </a:solidFill>
              </a:defRPr>
            </a:lvl8pPr>
            <a:lvl9pPr algn="l">
              <a:defRPr sz="1425" b="0">
                <a:solidFill>
                  <a:srgbClr val="59677A"/>
                </a:solidFill>
              </a:defRPr>
            </a:lvl9pPr>
          </a:lstStyle>
          <a:p xmlns:a="http://schemas.openxmlformats.org/drawingml/2006/main">
            <a:pPr algn="l">
              <a:defRPr sz="1425" b="0">
                <a:solidFill>
                  <a:srgbClr val="59677A"/>
                </a:solidFill>
              </a:defRPr>
            </a:pPr>
            <a:r>
              <a:rPr sz="1425" b="0">
                <a:solidFill>
                  <a:srgbClr val="59677A"/>
                </a:solidFill>
              </a:rPr>
              <a:t>Results from 10 room photographs I staged and reviewed</a:t>
            </a:r>
          </a:p>
        </p:txBody>
      </p:sp>
      <p:sp>
        <p:nvSpPr>
          <p:cNvPr id="4" name="">
            <a:extLst xmlns:a="http://schemas.openxmlformats.org/drawingml/2006/main">
              <a:ext uri="{FF2B5EF4-FFF2-40B4-BE49-F238E27FC236}">
                <a16:creationId xmlns:a16="http://schemas.microsoft.com/office/drawing/2014/main" id="{AB45EC46-61E3-44A6-8D2F-CDF483A7920A}"/>
              </a:ext>
            </a:extLst>
          </p:cNvPr>
          <p:cNvSpPr>
            <a:spLocks xmlns:a="http://schemas.openxmlformats.org/drawingml/2006/main" noGrp="1"/>
          </p:cNvSpPr>
          <p:nvPr/>
        </p:nvSpPr>
        <p:spPr>
          <a:xfrm xmlns:a="http://schemas.openxmlformats.org/drawingml/2006/main">
            <a:off x="10858500" y="6429375"/>
            <a:ext cx="666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r">
              <a:defRPr sz="750" b="0">
                <a:solidFill>
                  <a:srgbClr val="7D817F"/>
                </a:solidFill>
              </a:defRPr>
            </a:defPPr>
            <a:lvl1pPr algn="r">
              <a:defRPr sz="750" b="0">
                <a:solidFill>
                  <a:srgbClr val="7D817F"/>
                </a:solidFill>
              </a:defRPr>
            </a:lvl1pPr>
            <a:lvl2pPr algn="r">
              <a:defRPr sz="750" b="0">
                <a:solidFill>
                  <a:srgbClr val="7D817F"/>
                </a:solidFill>
              </a:defRPr>
            </a:lvl2pPr>
            <a:lvl3pPr algn="r">
              <a:defRPr sz="750" b="0">
                <a:solidFill>
                  <a:srgbClr val="7D817F"/>
                </a:solidFill>
              </a:defRPr>
            </a:lvl3pPr>
            <a:lvl4pPr algn="r">
              <a:defRPr sz="750" b="0">
                <a:solidFill>
                  <a:srgbClr val="7D817F"/>
                </a:solidFill>
              </a:defRPr>
            </a:lvl4pPr>
            <a:lvl5pPr algn="r">
              <a:defRPr sz="750" b="0">
                <a:solidFill>
                  <a:srgbClr val="7D817F"/>
                </a:solidFill>
              </a:defRPr>
            </a:lvl5pPr>
            <a:lvl6pPr algn="r">
              <a:defRPr sz="750" b="0">
                <a:solidFill>
                  <a:srgbClr val="7D817F"/>
                </a:solidFill>
              </a:defRPr>
            </a:lvl6pPr>
            <a:lvl7pPr algn="r">
              <a:defRPr sz="750" b="0">
                <a:solidFill>
                  <a:srgbClr val="7D817F"/>
                </a:solidFill>
              </a:defRPr>
            </a:lvl7pPr>
            <a:lvl8pPr algn="r">
              <a:defRPr sz="750" b="0">
                <a:solidFill>
                  <a:srgbClr val="7D817F"/>
                </a:solidFill>
              </a:defRPr>
            </a:lvl8pPr>
            <a:lvl9pPr algn="r">
              <a:defRPr sz="750" b="0">
                <a:solidFill>
                  <a:srgbClr val="7D817F"/>
                </a:solidFill>
              </a:defRPr>
            </a:lvl9pPr>
          </a:lstStyle>
          <a:p xmlns:a="http://schemas.openxmlformats.org/drawingml/2006/main">
            <a:pPr algn="r">
              <a:defRPr sz="750" b="0">
                <a:solidFill>
                  <a:srgbClr val="7D817F"/>
                </a:solidFill>
              </a:defRPr>
            </a:pPr>
            <a:r>
              <a:rPr sz="750" b="0">
                <a:solidFill>
                  <a:srgbClr val="7D817F"/>
                </a:solidFill>
              </a:rPr>
              <a:t>5</a:t>
            </a:r>
          </a:p>
        </p:txBody>
      </p:sp>
      <p:graphicFrame>
        <p:nvGraphicFramePr>
          <p:cNvPr id="5" name="">
            <a:extLst xmlns:a="http://schemas.openxmlformats.org/drawingml/2006/main">
              <a:ext uri="{FF2B5EF4-FFF2-40B4-BE49-F238E27FC236}">
                <a16:creationId xmlns:a16="http://schemas.microsoft.com/office/drawing/2014/main" id="{CFEAAF77-287E-4B6A-BBD1-A1FC2E2959FD}"/>
              </a:ext>
            </a:extLst>
          </p:cNvPr>
          <p:cNvGraphicFramePr/>
          <p:nvPr/>
        </p:nvGraphicFramePr>
        <p:xfrm>
          <a:off xmlns:a="http://schemas.openxmlformats.org/drawingml/2006/main" x="628650" y="1619250"/>
          <a:ext xmlns:a="http://schemas.openxmlformats.org/drawingml/2006/main" cx="10668000" cy="4171950"/>
        </p:xfrm>
        <a:graphic xmlns:a="http://schemas.openxmlformats.org/drawingml/2006/main">
          <a:graphicData uri="http://schemas.openxmlformats.org/drawingml/2006/table">
            <a:tbl>
              <a:tblPr/>
              <a:tblGrid>
                <a:gridCol w="2571750"/>
                <a:gridCol w="2095500"/>
                <a:gridCol w="1809750"/>
                <a:gridCol w="1619250"/>
                <a:gridCol w="1619250"/>
              </a:tblGrid>
              <a:tr h="347663">
                <a:tc>
                  <a:txBody>
                    <a:bodyPr/>
                    <a:lstStyle/>
                    <a:p>
                      <a:r>
                        <a:rPr sz="1125" b="1">
                          <a:solidFill>
                            <a:srgbClr val="FFFDFC"/>
                          </a:solidFill>
                        </a:rPr>
                        <a:t>Test image</a:t>
                      </a:r>
                    </a:p>
                  </a:txBody>
                  <a:tcPr marL="95250" marR="95250" marT="47625" marB="47625" anchor="ctr">
                    <a:lnL w="9525">
                      <a:solidFill>
                        <a:srgbClr val="D8D3CA"/>
                      </a:solidFill>
                      <a:prstDash val="solid"/>
                    </a:lnL>
                    <a:lnR w="9525">
                      <a:solidFill>
                        <a:srgbClr val="D8D3CA"/>
                      </a:solidFill>
                      <a:prstDash val="solid"/>
                    </a:lnR>
                    <a:lnT w="9525">
                      <a:solidFill>
                        <a:srgbClr val="D8D3CA"/>
                      </a:solidFill>
                      <a:prstDash val="solid"/>
                    </a:lnT>
                    <a:lnB w="9525">
                      <a:solidFill>
                        <a:srgbClr val="D8D3CA"/>
                      </a:solidFill>
                      <a:prstDash val="solid"/>
                    </a:lnB>
                    <a:solidFill>
                      <a:srgbClr val="1E5D78"/>
                    </a:solidFill>
                  </a:tcPr>
                </a:tc>
                <a:tc>
                  <a:txBody>
                    <a:bodyPr/>
                    <a:lstStyle/>
                    <a:p>
                      <a:r>
                        <a:rPr sz="1125" b="1">
                          <a:solidFill>
                            <a:srgbClr val="FFFDFC"/>
                          </a:solidFill>
                        </a:rPr>
                        <a:t>Reference hazards</a:t>
                      </a:r>
                    </a:p>
                  </a:txBody>
                  <a:tcPr marL="95250" marR="95250" marT="47625" marB="47625" anchor="ctr">
                    <a:lnR w="9525">
                      <a:solidFill>
                        <a:srgbClr val="D8D3CA"/>
                      </a:solidFill>
                      <a:prstDash val="solid"/>
                    </a:lnR>
                    <a:lnT w="9525">
                      <a:solidFill>
                        <a:srgbClr val="D8D3CA"/>
                      </a:solidFill>
                      <a:prstDash val="solid"/>
                    </a:lnT>
                    <a:lnB w="9525">
                      <a:solidFill>
                        <a:srgbClr val="D8D3CA"/>
                      </a:solidFill>
                      <a:prstDash val="solid"/>
                    </a:lnB>
                    <a:solidFill>
                      <a:srgbClr val="1E5D78"/>
                    </a:solidFill>
                  </a:tcPr>
                </a:tc>
                <a:tc>
                  <a:txBody>
                    <a:bodyPr/>
                    <a:lstStyle/>
                    <a:p>
                      <a:r>
                        <a:rPr sz="1125" b="1">
                          <a:solidFill>
                            <a:srgbClr val="FFFDFC"/>
                          </a:solidFill>
                        </a:rPr>
                        <a:t>AI reported</a:t>
                      </a:r>
                    </a:p>
                  </a:txBody>
                  <a:tcPr marL="95250" marR="95250" marT="47625" marB="47625" anchor="ctr">
                    <a:lnR w="9525">
                      <a:solidFill>
                        <a:srgbClr val="D8D3CA"/>
                      </a:solidFill>
                      <a:prstDash val="solid"/>
                    </a:lnR>
                    <a:lnT w="9525">
                      <a:solidFill>
                        <a:srgbClr val="D8D3CA"/>
                      </a:solidFill>
                      <a:prstDash val="solid"/>
                    </a:lnT>
                    <a:lnB w="9525">
                      <a:solidFill>
                        <a:srgbClr val="D8D3CA"/>
                      </a:solidFill>
                      <a:prstDash val="solid"/>
                    </a:lnB>
                    <a:solidFill>
                      <a:srgbClr val="1E5D78"/>
                    </a:solidFill>
                  </a:tcPr>
                </a:tc>
                <a:tc>
                  <a:txBody>
                    <a:bodyPr/>
                    <a:lstStyle/>
                    <a:p>
                      <a:r>
                        <a:rPr sz="1125" b="1">
                          <a:solidFill>
                            <a:srgbClr val="FFFDFC"/>
                          </a:solidFill>
                        </a:rPr>
                        <a:t>Correct</a:t>
                      </a:r>
                    </a:p>
                  </a:txBody>
                  <a:tcPr marL="95250" marR="95250" marT="47625" marB="47625" anchor="ctr">
                    <a:lnR w="9525">
                      <a:solidFill>
                        <a:srgbClr val="D8D3CA"/>
                      </a:solidFill>
                      <a:prstDash val="solid"/>
                    </a:lnR>
                    <a:lnT w="9525">
                      <a:solidFill>
                        <a:srgbClr val="D8D3CA"/>
                      </a:solidFill>
                      <a:prstDash val="solid"/>
                    </a:lnT>
                    <a:lnB w="9525">
                      <a:solidFill>
                        <a:srgbClr val="D8D3CA"/>
                      </a:solidFill>
                      <a:prstDash val="solid"/>
                    </a:lnB>
                    <a:solidFill>
                      <a:srgbClr val="1E5D78"/>
                    </a:solidFill>
                  </a:tcPr>
                </a:tc>
                <a:tc>
                  <a:txBody>
                    <a:bodyPr/>
                    <a:lstStyle/>
                    <a:p>
                      <a:r>
                        <a:rPr sz="1125" b="1">
                          <a:solidFill>
                            <a:srgbClr val="FFFDFC"/>
                          </a:solidFill>
                        </a:rPr>
                        <a:t>Missed</a:t>
                      </a:r>
                    </a:p>
                  </a:txBody>
                  <a:tcPr marL="95250" marR="95250" marT="47625" marB="47625" anchor="ctr">
                    <a:lnR w="9525">
                      <a:solidFill>
                        <a:srgbClr val="D8D3CA"/>
                      </a:solidFill>
                      <a:prstDash val="solid"/>
                    </a:lnR>
                    <a:lnT w="9525">
                      <a:solidFill>
                        <a:srgbClr val="D8D3CA"/>
                      </a:solidFill>
                      <a:prstDash val="solid"/>
                    </a:lnT>
                    <a:lnB w="9525">
                      <a:solidFill>
                        <a:srgbClr val="D8D3CA"/>
                      </a:solidFill>
                      <a:prstDash val="solid"/>
                    </a:lnB>
                    <a:solidFill>
                      <a:srgbClr val="1E5D78"/>
                    </a:solidFill>
                  </a:tcPr>
                </a:tc>
              </a:tr>
              <a:tr h="347663">
                <a:tc>
                  <a:txBody>
                    <a:bodyPr/>
                    <a:lstStyle/>
                    <a:p>
                      <a:pPr algn="l"/>
                      <a:r>
                        <a:rPr sz="1050">
                          <a:solidFill>
                            <a:srgbClr val="2C3E50"/>
                          </a:solidFill>
                        </a:rPr>
                        <a:t>Bedroom 1</a:t>
                      </a:r>
                    </a:p>
                  </a:txBody>
                  <a:tcPr marL="95250" marR="95250" marT="38100" marB="38100" anchor="ctr">
                    <a:lnL w="9525">
                      <a:solidFill>
                        <a:srgbClr val="D8D3CA"/>
                      </a:solidFill>
                      <a:prstDash val="solid"/>
                    </a:lnL>
                    <a:lnR w="9525">
                      <a:solidFill>
                        <a:srgbClr val="D8D3CA"/>
                      </a:solidFill>
                      <a:prstDash val="solid"/>
                    </a:lnR>
                    <a:lnB w="9525">
                      <a:solidFill>
                        <a:srgbClr val="D8D3CA"/>
                      </a:solidFill>
                      <a:prstDash val="solid"/>
                    </a:lnB>
                    <a:solidFill>
                      <a:srgbClr val="FFFDFC"/>
                    </a:solidFill>
                  </a:tcPr>
                </a:tc>
                <a:tc>
                  <a:txBody>
                    <a:bodyPr/>
                    <a:lstStyle/>
                    <a:p>
                      <a:r>
                        <a:rPr sz="1050">
                          <a:solidFill>
                            <a:srgbClr val="2C3E50"/>
                          </a:solidFill>
                        </a:rPr>
                        <a:t>4</a:t>
                      </a:r>
                    </a:p>
                  </a:txBody>
                  <a:tcPr marL="95250" marR="95250" marT="38100" marB="38100" anchor="ctr">
                    <a:lnR w="9525">
                      <a:solidFill>
                        <a:srgbClr val="D8D3CA"/>
                      </a:solidFill>
                      <a:prstDash val="solid"/>
                    </a:lnR>
                    <a:lnB w="9525">
                      <a:solidFill>
                        <a:srgbClr val="D8D3CA"/>
                      </a:solidFill>
                      <a:prstDash val="solid"/>
                    </a:lnB>
                    <a:solidFill>
                      <a:srgbClr val="FFFDFC"/>
                    </a:solidFill>
                  </a:tcPr>
                </a:tc>
                <a:tc>
                  <a:txBody>
                    <a:bodyPr/>
                    <a:lstStyle/>
                    <a:p>
                      <a:r>
                        <a:rPr sz="1050">
                          <a:solidFill>
                            <a:srgbClr val="2C3E50"/>
                          </a:solidFill>
                        </a:rPr>
                        <a:t>4</a:t>
                      </a:r>
                    </a:p>
                  </a:txBody>
                  <a:tcPr marL="95250" marR="95250" marT="38100" marB="38100" anchor="ctr">
                    <a:lnR w="9525">
                      <a:solidFill>
                        <a:srgbClr val="D8D3CA"/>
                      </a:solidFill>
                      <a:prstDash val="solid"/>
                    </a:lnR>
                    <a:lnB w="9525">
                      <a:solidFill>
                        <a:srgbClr val="D8D3CA"/>
                      </a:solidFill>
                      <a:prstDash val="solid"/>
                    </a:lnB>
                    <a:solidFill>
                      <a:srgbClr val="FFFDFC"/>
                    </a:solidFill>
                  </a:tcPr>
                </a:tc>
                <a:tc>
                  <a:txBody>
                    <a:bodyPr/>
                    <a:lstStyle/>
                    <a:p>
                      <a:r>
                        <a:rPr sz="1050">
                          <a:solidFill>
                            <a:srgbClr val="2C3E50"/>
                          </a:solidFill>
                        </a:rPr>
                        <a:t>4</a:t>
                      </a:r>
                    </a:p>
                  </a:txBody>
                  <a:tcPr marL="95250" marR="95250" marT="38100" marB="38100" anchor="ctr">
                    <a:lnR w="9525">
                      <a:solidFill>
                        <a:srgbClr val="D8D3CA"/>
                      </a:solidFill>
                      <a:prstDash val="solid"/>
                    </a:lnR>
                    <a:lnB w="9525">
                      <a:solidFill>
                        <a:srgbClr val="D8D3CA"/>
                      </a:solidFill>
                      <a:prstDash val="solid"/>
                    </a:lnB>
                    <a:solidFill>
                      <a:srgbClr val="FFFDFC"/>
                    </a:solidFill>
                  </a:tcPr>
                </a:tc>
                <a:tc>
                  <a:txBody>
                    <a:bodyPr/>
                    <a:lstStyle/>
                    <a:p>
                      <a:r>
                        <a:rPr sz="1050">
                          <a:solidFill>
                            <a:srgbClr val="2C3E50"/>
                          </a:solidFill>
                        </a:rPr>
                        <a:t>0</a:t>
                      </a:r>
                    </a:p>
                  </a:txBody>
                  <a:tcPr marL="95250" marR="95250" marT="38100" marB="38100" anchor="ctr">
                    <a:lnR w="9525">
                      <a:solidFill>
                        <a:srgbClr val="D8D3CA"/>
                      </a:solidFill>
                      <a:prstDash val="solid"/>
                    </a:lnR>
                    <a:lnB w="9525">
                      <a:solidFill>
                        <a:srgbClr val="D8D3CA"/>
                      </a:solidFill>
                      <a:prstDash val="solid"/>
                    </a:lnB>
                    <a:solidFill>
                      <a:srgbClr val="FFFDFC"/>
                    </a:solidFill>
                  </a:tcPr>
                </a:tc>
              </a:tr>
              <a:tr h="347663">
                <a:tc>
                  <a:txBody>
                    <a:bodyPr/>
                    <a:lstStyle/>
                    <a:p>
                      <a:pPr algn="l"/>
                      <a:r>
                        <a:rPr sz="1050">
                          <a:solidFill>
                            <a:srgbClr val="2C3E50"/>
                          </a:solidFill>
                        </a:rPr>
                        <a:t>Kitchen 1</a:t>
                      </a:r>
                    </a:p>
                  </a:txBody>
                  <a:tcPr marL="95250" marR="95250" marT="38100" marB="38100" anchor="ctr">
                    <a:lnL w="9525">
                      <a:solidFill>
                        <a:srgbClr val="D8D3CA"/>
                      </a:solidFill>
                      <a:prstDash val="solid"/>
                    </a:lnL>
                    <a:lnR w="9525">
                      <a:solidFill>
                        <a:srgbClr val="D8D3CA"/>
                      </a:solidFill>
                      <a:prstDash val="solid"/>
                    </a:lnR>
                    <a:lnB w="9525">
                      <a:solidFill>
                        <a:srgbClr val="D8D3CA"/>
                      </a:solidFill>
                      <a:prstDash val="solid"/>
                    </a:lnB>
                    <a:solidFill>
                      <a:srgbClr val="FFFDFC"/>
                    </a:solidFill>
                  </a:tcPr>
                </a:tc>
                <a:tc>
                  <a:txBody>
                    <a:bodyPr/>
                    <a:lstStyle/>
                    <a:p>
                      <a:r>
                        <a:rPr sz="1050">
                          <a:solidFill>
                            <a:srgbClr val="2C3E50"/>
                          </a:solidFill>
                        </a:rPr>
                        <a:t>3</a:t>
                      </a:r>
                    </a:p>
                  </a:txBody>
                  <a:tcPr marL="95250" marR="95250" marT="38100" marB="38100" anchor="ctr">
                    <a:lnR w="9525">
                      <a:solidFill>
                        <a:srgbClr val="D8D3CA"/>
                      </a:solidFill>
                      <a:prstDash val="solid"/>
                    </a:lnR>
                    <a:lnB w="9525">
                      <a:solidFill>
                        <a:srgbClr val="D8D3CA"/>
                      </a:solidFill>
                      <a:prstDash val="solid"/>
                    </a:lnB>
                    <a:solidFill>
                      <a:srgbClr val="FFFDFC"/>
                    </a:solidFill>
                  </a:tcPr>
                </a:tc>
                <a:tc>
                  <a:txBody>
                    <a:bodyPr/>
                    <a:lstStyle/>
                    <a:p>
                      <a:r>
                        <a:rPr sz="1050">
                          <a:solidFill>
                            <a:srgbClr val="2C3E50"/>
                          </a:solidFill>
                        </a:rPr>
                        <a:t>3</a:t>
                      </a:r>
                    </a:p>
                  </a:txBody>
                  <a:tcPr marL="95250" marR="95250" marT="38100" marB="38100" anchor="ctr">
                    <a:lnR w="9525">
                      <a:solidFill>
                        <a:srgbClr val="D8D3CA"/>
                      </a:solidFill>
                      <a:prstDash val="solid"/>
                    </a:lnR>
                    <a:lnB w="9525">
                      <a:solidFill>
                        <a:srgbClr val="D8D3CA"/>
                      </a:solidFill>
                      <a:prstDash val="solid"/>
                    </a:lnB>
                    <a:solidFill>
                      <a:srgbClr val="FFFDFC"/>
                    </a:solidFill>
                  </a:tcPr>
                </a:tc>
                <a:tc>
                  <a:txBody>
                    <a:bodyPr/>
                    <a:lstStyle/>
                    <a:p>
                      <a:r>
                        <a:rPr sz="1050">
                          <a:solidFill>
                            <a:srgbClr val="2C3E50"/>
                          </a:solidFill>
                        </a:rPr>
                        <a:t>3</a:t>
                      </a:r>
                    </a:p>
                  </a:txBody>
                  <a:tcPr marL="95250" marR="95250" marT="38100" marB="38100" anchor="ctr">
                    <a:lnR w="9525">
                      <a:solidFill>
                        <a:srgbClr val="D8D3CA"/>
                      </a:solidFill>
                      <a:prstDash val="solid"/>
                    </a:lnR>
                    <a:lnB w="9525">
                      <a:solidFill>
                        <a:srgbClr val="D8D3CA"/>
                      </a:solidFill>
                      <a:prstDash val="solid"/>
                    </a:lnB>
                    <a:solidFill>
                      <a:srgbClr val="FFFDFC"/>
                    </a:solidFill>
                  </a:tcPr>
                </a:tc>
                <a:tc>
                  <a:txBody>
                    <a:bodyPr/>
                    <a:lstStyle/>
                    <a:p>
                      <a:r>
                        <a:rPr sz="1050">
                          <a:solidFill>
                            <a:srgbClr val="2C3E50"/>
                          </a:solidFill>
                        </a:rPr>
                        <a:t>0</a:t>
                      </a:r>
                    </a:p>
                  </a:txBody>
                  <a:tcPr marL="95250" marR="95250" marT="38100" marB="38100" anchor="ctr">
                    <a:lnR w="9525">
                      <a:solidFill>
                        <a:srgbClr val="D8D3CA"/>
                      </a:solidFill>
                      <a:prstDash val="solid"/>
                    </a:lnR>
                    <a:lnB w="9525">
                      <a:solidFill>
                        <a:srgbClr val="D8D3CA"/>
                      </a:solidFill>
                      <a:prstDash val="solid"/>
                    </a:lnB>
                    <a:solidFill>
                      <a:srgbClr val="FFFDFC"/>
                    </a:solidFill>
                  </a:tcPr>
                </a:tc>
              </a:tr>
              <a:tr h="347663">
                <a:tc>
                  <a:txBody>
                    <a:bodyPr/>
                    <a:lstStyle/>
                    <a:p>
                      <a:pPr algn="l"/>
                      <a:r>
                        <a:rPr sz="1050">
                          <a:solidFill>
                            <a:srgbClr val="2C3E50"/>
                          </a:solidFill>
                        </a:rPr>
                        <a:t>Living Room 1</a:t>
                      </a:r>
                    </a:p>
                  </a:txBody>
                  <a:tcPr marL="95250" marR="95250" marT="38100" marB="38100" anchor="ctr">
                    <a:lnL w="9525">
                      <a:solidFill>
                        <a:srgbClr val="D8D3CA"/>
                      </a:solidFill>
                      <a:prstDash val="solid"/>
                    </a:lnL>
                    <a:lnR w="9525">
                      <a:solidFill>
                        <a:srgbClr val="D8D3CA"/>
                      </a:solidFill>
                      <a:prstDash val="solid"/>
                    </a:lnR>
                    <a:lnB w="9525">
                      <a:solidFill>
                        <a:srgbClr val="D8D3CA"/>
                      </a:solidFill>
                      <a:prstDash val="solid"/>
                    </a:lnB>
                    <a:solidFill>
                      <a:srgbClr val="FFFDFC"/>
                    </a:solidFill>
                  </a:tcPr>
                </a:tc>
                <a:tc>
                  <a:txBody>
                    <a:bodyPr/>
                    <a:lstStyle/>
                    <a:p>
                      <a:r>
                        <a:rPr sz="1050">
                          <a:solidFill>
                            <a:srgbClr val="2C3E50"/>
                          </a:solidFill>
                        </a:rPr>
                        <a:t>5</a:t>
                      </a:r>
                    </a:p>
                  </a:txBody>
                  <a:tcPr marL="95250" marR="95250" marT="38100" marB="38100" anchor="ctr">
                    <a:lnR w="9525">
                      <a:solidFill>
                        <a:srgbClr val="D8D3CA"/>
                      </a:solidFill>
                      <a:prstDash val="solid"/>
                    </a:lnR>
                    <a:lnB w="9525">
                      <a:solidFill>
                        <a:srgbClr val="D8D3CA"/>
                      </a:solidFill>
                      <a:prstDash val="solid"/>
                    </a:lnB>
                    <a:solidFill>
                      <a:srgbClr val="FFFDFC"/>
                    </a:solidFill>
                  </a:tcPr>
                </a:tc>
                <a:tc>
                  <a:txBody>
                    <a:bodyPr/>
                    <a:lstStyle/>
                    <a:p>
                      <a:r>
                        <a:rPr sz="1050">
                          <a:solidFill>
                            <a:srgbClr val="2C3E50"/>
                          </a:solidFill>
                        </a:rPr>
                        <a:t>5</a:t>
                      </a:r>
                    </a:p>
                  </a:txBody>
                  <a:tcPr marL="95250" marR="95250" marT="38100" marB="38100" anchor="ctr">
                    <a:lnR w="9525">
                      <a:solidFill>
                        <a:srgbClr val="D8D3CA"/>
                      </a:solidFill>
                      <a:prstDash val="solid"/>
                    </a:lnR>
                    <a:lnB w="9525">
                      <a:solidFill>
                        <a:srgbClr val="D8D3CA"/>
                      </a:solidFill>
                      <a:prstDash val="solid"/>
                    </a:lnB>
                    <a:solidFill>
                      <a:srgbClr val="FFFDFC"/>
                    </a:solidFill>
                  </a:tcPr>
                </a:tc>
                <a:tc>
                  <a:txBody>
                    <a:bodyPr/>
                    <a:lstStyle/>
                    <a:p>
                      <a:r>
                        <a:rPr sz="1050">
                          <a:solidFill>
                            <a:srgbClr val="2C3E50"/>
                          </a:solidFill>
                        </a:rPr>
                        <a:t>5</a:t>
                      </a:r>
                    </a:p>
                  </a:txBody>
                  <a:tcPr marL="95250" marR="95250" marT="38100" marB="38100" anchor="ctr">
                    <a:lnR w="9525">
                      <a:solidFill>
                        <a:srgbClr val="D8D3CA"/>
                      </a:solidFill>
                      <a:prstDash val="solid"/>
                    </a:lnR>
                    <a:lnB w="9525">
                      <a:solidFill>
                        <a:srgbClr val="D8D3CA"/>
                      </a:solidFill>
                      <a:prstDash val="solid"/>
                    </a:lnB>
                    <a:solidFill>
                      <a:srgbClr val="FFFDFC"/>
                    </a:solidFill>
                  </a:tcPr>
                </a:tc>
                <a:tc>
                  <a:txBody>
                    <a:bodyPr/>
                    <a:lstStyle/>
                    <a:p>
                      <a:r>
                        <a:rPr sz="1050">
                          <a:solidFill>
                            <a:srgbClr val="2C3E50"/>
                          </a:solidFill>
                        </a:rPr>
                        <a:t>0</a:t>
                      </a:r>
                    </a:p>
                  </a:txBody>
                  <a:tcPr marL="95250" marR="95250" marT="38100" marB="38100" anchor="ctr">
                    <a:lnR w="9525">
                      <a:solidFill>
                        <a:srgbClr val="D8D3CA"/>
                      </a:solidFill>
                      <a:prstDash val="solid"/>
                    </a:lnR>
                    <a:lnB w="9525">
                      <a:solidFill>
                        <a:srgbClr val="D8D3CA"/>
                      </a:solidFill>
                      <a:prstDash val="solid"/>
                    </a:lnB>
                    <a:solidFill>
                      <a:srgbClr val="FFFDFC"/>
                    </a:solidFill>
                  </a:tcPr>
                </a:tc>
              </a:tr>
              <a:tr h="347663">
                <a:tc>
                  <a:txBody>
                    <a:bodyPr/>
                    <a:lstStyle/>
                    <a:p>
                      <a:pPr algn="l"/>
                      <a:r>
                        <a:rPr sz="1050">
                          <a:solidFill>
                            <a:srgbClr val="2C3E50"/>
                          </a:solidFill>
                        </a:rPr>
                        <a:t>Hallway 1</a:t>
                      </a:r>
                    </a:p>
                  </a:txBody>
                  <a:tcPr marL="95250" marR="95250" marT="38100" marB="38100" anchor="ctr">
                    <a:lnL w="9525">
                      <a:solidFill>
                        <a:srgbClr val="D8D3CA"/>
                      </a:solidFill>
                      <a:prstDash val="solid"/>
                    </a:lnL>
                    <a:lnR w="9525">
                      <a:solidFill>
                        <a:srgbClr val="D8D3CA"/>
                      </a:solidFill>
                      <a:prstDash val="solid"/>
                    </a:lnR>
                    <a:lnB w="9525">
                      <a:solidFill>
                        <a:srgbClr val="D8D3CA"/>
                      </a:solidFill>
                      <a:prstDash val="solid"/>
                    </a:lnB>
                    <a:solidFill>
                      <a:srgbClr val="FFFDFC"/>
                    </a:solidFill>
                  </a:tcPr>
                </a:tc>
                <a:tc>
                  <a:txBody>
                    <a:bodyPr/>
                    <a:lstStyle/>
                    <a:p>
                      <a:r>
                        <a:rPr sz="1050">
                          <a:solidFill>
                            <a:srgbClr val="2C3E50"/>
                          </a:solidFill>
                        </a:rPr>
                        <a:t>3</a:t>
                      </a:r>
                    </a:p>
                  </a:txBody>
                  <a:tcPr marL="95250" marR="95250" marT="38100" marB="38100" anchor="ctr">
                    <a:lnR w="9525">
                      <a:solidFill>
                        <a:srgbClr val="D8D3CA"/>
                      </a:solidFill>
                      <a:prstDash val="solid"/>
                    </a:lnR>
                    <a:lnB w="9525">
                      <a:solidFill>
                        <a:srgbClr val="D8D3CA"/>
                      </a:solidFill>
                      <a:prstDash val="solid"/>
                    </a:lnB>
                    <a:solidFill>
                      <a:srgbClr val="FFFDFC"/>
                    </a:solidFill>
                  </a:tcPr>
                </a:tc>
                <a:tc>
                  <a:txBody>
                    <a:bodyPr/>
                    <a:lstStyle/>
                    <a:p>
                      <a:r>
                        <a:rPr sz="1050">
                          <a:solidFill>
                            <a:srgbClr val="2C3E50"/>
                          </a:solidFill>
                        </a:rPr>
                        <a:t>3</a:t>
                      </a:r>
                    </a:p>
                  </a:txBody>
                  <a:tcPr marL="95250" marR="95250" marT="38100" marB="38100" anchor="ctr">
                    <a:lnR w="9525">
                      <a:solidFill>
                        <a:srgbClr val="D8D3CA"/>
                      </a:solidFill>
                      <a:prstDash val="solid"/>
                    </a:lnR>
                    <a:lnB w="9525">
                      <a:solidFill>
                        <a:srgbClr val="D8D3CA"/>
                      </a:solidFill>
                      <a:prstDash val="solid"/>
                    </a:lnB>
                    <a:solidFill>
                      <a:srgbClr val="FFFDFC"/>
                    </a:solidFill>
                  </a:tcPr>
                </a:tc>
                <a:tc>
                  <a:txBody>
                    <a:bodyPr/>
                    <a:lstStyle/>
                    <a:p>
                      <a:r>
                        <a:rPr sz="1050">
                          <a:solidFill>
                            <a:srgbClr val="2C3E50"/>
                          </a:solidFill>
                        </a:rPr>
                        <a:t>3</a:t>
                      </a:r>
                    </a:p>
                  </a:txBody>
                  <a:tcPr marL="95250" marR="95250" marT="38100" marB="38100" anchor="ctr">
                    <a:lnR w="9525">
                      <a:solidFill>
                        <a:srgbClr val="D8D3CA"/>
                      </a:solidFill>
                      <a:prstDash val="solid"/>
                    </a:lnR>
                    <a:lnB w="9525">
                      <a:solidFill>
                        <a:srgbClr val="D8D3CA"/>
                      </a:solidFill>
                      <a:prstDash val="solid"/>
                    </a:lnB>
                    <a:solidFill>
                      <a:srgbClr val="FFFDFC"/>
                    </a:solidFill>
                  </a:tcPr>
                </a:tc>
                <a:tc>
                  <a:txBody>
                    <a:bodyPr/>
                    <a:lstStyle/>
                    <a:p>
                      <a:r>
                        <a:rPr sz="1050">
                          <a:solidFill>
                            <a:srgbClr val="2C3E50"/>
                          </a:solidFill>
                        </a:rPr>
                        <a:t>0</a:t>
                      </a:r>
                    </a:p>
                  </a:txBody>
                  <a:tcPr marL="95250" marR="95250" marT="38100" marB="38100" anchor="ctr">
                    <a:lnR w="9525">
                      <a:solidFill>
                        <a:srgbClr val="D8D3CA"/>
                      </a:solidFill>
                      <a:prstDash val="solid"/>
                    </a:lnR>
                    <a:lnB w="9525">
                      <a:solidFill>
                        <a:srgbClr val="D8D3CA"/>
                      </a:solidFill>
                      <a:prstDash val="solid"/>
                    </a:lnB>
                    <a:solidFill>
                      <a:srgbClr val="FFFDFC"/>
                    </a:solidFill>
                  </a:tcPr>
                </a:tc>
              </a:tr>
              <a:tr h="347663">
                <a:tc>
                  <a:txBody>
                    <a:bodyPr/>
                    <a:lstStyle/>
                    <a:p>
                      <a:pPr algn="l"/>
                      <a:r>
                        <a:rPr sz="1050">
                          <a:solidFill>
                            <a:srgbClr val="2C3E50"/>
                          </a:solidFill>
                        </a:rPr>
                        <a:t>Bathroom 1</a:t>
                      </a:r>
                    </a:p>
                  </a:txBody>
                  <a:tcPr marL="95250" marR="95250" marT="38100" marB="38100" anchor="ctr">
                    <a:lnL w="9525">
                      <a:solidFill>
                        <a:srgbClr val="D8D3CA"/>
                      </a:solidFill>
                      <a:prstDash val="solid"/>
                    </a:lnL>
                    <a:lnR w="9525">
                      <a:solidFill>
                        <a:srgbClr val="D8D3CA"/>
                      </a:solidFill>
                      <a:prstDash val="solid"/>
                    </a:lnR>
                    <a:lnB w="9525">
                      <a:solidFill>
                        <a:srgbClr val="D8D3CA"/>
                      </a:solidFill>
                      <a:prstDash val="solid"/>
                    </a:lnB>
                    <a:solidFill>
                      <a:srgbClr val="FFFDFC"/>
                    </a:solidFill>
                  </a:tcPr>
                </a:tc>
                <a:tc>
                  <a:txBody>
                    <a:bodyPr/>
                    <a:lstStyle/>
                    <a:p>
                      <a:r>
                        <a:rPr sz="1050">
                          <a:solidFill>
                            <a:srgbClr val="2C3E50"/>
                          </a:solidFill>
                        </a:rPr>
                        <a:t>3</a:t>
                      </a:r>
                    </a:p>
                  </a:txBody>
                  <a:tcPr marL="95250" marR="95250" marT="38100" marB="38100" anchor="ctr">
                    <a:lnR w="9525">
                      <a:solidFill>
                        <a:srgbClr val="D8D3CA"/>
                      </a:solidFill>
                      <a:prstDash val="solid"/>
                    </a:lnR>
                    <a:lnB w="9525">
                      <a:solidFill>
                        <a:srgbClr val="D8D3CA"/>
                      </a:solidFill>
                      <a:prstDash val="solid"/>
                    </a:lnB>
                    <a:solidFill>
                      <a:srgbClr val="FFFDFC"/>
                    </a:solidFill>
                  </a:tcPr>
                </a:tc>
                <a:tc>
                  <a:txBody>
                    <a:bodyPr/>
                    <a:lstStyle/>
                    <a:p>
                      <a:r>
                        <a:rPr sz="1050">
                          <a:solidFill>
                            <a:srgbClr val="2C3E50"/>
                          </a:solidFill>
                        </a:rPr>
                        <a:t>3</a:t>
                      </a:r>
                    </a:p>
                  </a:txBody>
                  <a:tcPr marL="95250" marR="95250" marT="38100" marB="38100" anchor="ctr">
                    <a:lnR w="9525">
                      <a:solidFill>
                        <a:srgbClr val="D8D3CA"/>
                      </a:solidFill>
                      <a:prstDash val="solid"/>
                    </a:lnR>
                    <a:lnB w="9525">
                      <a:solidFill>
                        <a:srgbClr val="D8D3CA"/>
                      </a:solidFill>
                      <a:prstDash val="solid"/>
                    </a:lnB>
                    <a:solidFill>
                      <a:srgbClr val="FFFDFC"/>
                    </a:solidFill>
                  </a:tcPr>
                </a:tc>
                <a:tc>
                  <a:txBody>
                    <a:bodyPr/>
                    <a:lstStyle/>
                    <a:p>
                      <a:r>
                        <a:rPr sz="1050">
                          <a:solidFill>
                            <a:srgbClr val="2C3E50"/>
                          </a:solidFill>
                        </a:rPr>
                        <a:t>3</a:t>
                      </a:r>
                    </a:p>
                  </a:txBody>
                  <a:tcPr marL="95250" marR="95250" marT="38100" marB="38100" anchor="ctr">
                    <a:lnR w="9525">
                      <a:solidFill>
                        <a:srgbClr val="D8D3CA"/>
                      </a:solidFill>
                      <a:prstDash val="solid"/>
                    </a:lnR>
                    <a:lnB w="9525">
                      <a:solidFill>
                        <a:srgbClr val="D8D3CA"/>
                      </a:solidFill>
                      <a:prstDash val="solid"/>
                    </a:lnB>
                    <a:solidFill>
                      <a:srgbClr val="FFFDFC"/>
                    </a:solidFill>
                  </a:tcPr>
                </a:tc>
                <a:tc>
                  <a:txBody>
                    <a:bodyPr/>
                    <a:lstStyle/>
                    <a:p>
                      <a:r>
                        <a:rPr sz="1050">
                          <a:solidFill>
                            <a:srgbClr val="2C3E50"/>
                          </a:solidFill>
                        </a:rPr>
                        <a:t>0</a:t>
                      </a:r>
                    </a:p>
                  </a:txBody>
                  <a:tcPr marL="95250" marR="95250" marT="38100" marB="38100" anchor="ctr">
                    <a:lnR w="9525">
                      <a:solidFill>
                        <a:srgbClr val="D8D3CA"/>
                      </a:solidFill>
                      <a:prstDash val="solid"/>
                    </a:lnR>
                    <a:lnB w="9525">
                      <a:solidFill>
                        <a:srgbClr val="D8D3CA"/>
                      </a:solidFill>
                      <a:prstDash val="solid"/>
                    </a:lnB>
                    <a:solidFill>
                      <a:srgbClr val="FFFDFC"/>
                    </a:solidFill>
                  </a:tcPr>
                </a:tc>
              </a:tr>
              <a:tr h="347663">
                <a:tc>
                  <a:txBody>
                    <a:bodyPr/>
                    <a:lstStyle/>
                    <a:p>
                      <a:pPr algn="l"/>
                      <a:r>
                        <a:rPr sz="1050">
                          <a:solidFill>
                            <a:srgbClr val="2C3E50"/>
                          </a:solidFill>
                        </a:rPr>
                        <a:t>Bedroom 2</a:t>
                      </a:r>
                    </a:p>
                  </a:txBody>
                  <a:tcPr marL="95250" marR="95250" marT="38100" marB="38100" anchor="ctr">
                    <a:lnL w="9525">
                      <a:solidFill>
                        <a:srgbClr val="D8D3CA"/>
                      </a:solidFill>
                      <a:prstDash val="solid"/>
                    </a:lnL>
                    <a:lnR w="9525">
                      <a:solidFill>
                        <a:srgbClr val="D8D3CA"/>
                      </a:solidFill>
                      <a:prstDash val="solid"/>
                    </a:lnR>
                    <a:lnB w="9525">
                      <a:solidFill>
                        <a:srgbClr val="D8D3CA"/>
                      </a:solidFill>
                      <a:prstDash val="solid"/>
                    </a:lnB>
                    <a:solidFill>
                      <a:srgbClr val="FFFDFC"/>
                    </a:solidFill>
                  </a:tcPr>
                </a:tc>
                <a:tc>
                  <a:txBody>
                    <a:bodyPr/>
                    <a:lstStyle/>
                    <a:p>
                      <a:r>
                        <a:rPr sz="1050">
                          <a:solidFill>
                            <a:srgbClr val="2C3E50"/>
                          </a:solidFill>
                        </a:rPr>
                        <a:t>4</a:t>
                      </a:r>
                    </a:p>
                  </a:txBody>
                  <a:tcPr marL="95250" marR="95250" marT="38100" marB="38100" anchor="ctr">
                    <a:lnR w="9525">
                      <a:solidFill>
                        <a:srgbClr val="D8D3CA"/>
                      </a:solidFill>
                      <a:prstDash val="solid"/>
                    </a:lnR>
                    <a:lnB w="9525">
                      <a:solidFill>
                        <a:srgbClr val="D8D3CA"/>
                      </a:solidFill>
                      <a:prstDash val="solid"/>
                    </a:lnB>
                    <a:solidFill>
                      <a:srgbClr val="FFFDFC"/>
                    </a:solidFill>
                  </a:tcPr>
                </a:tc>
                <a:tc>
                  <a:txBody>
                    <a:bodyPr/>
                    <a:lstStyle/>
                    <a:p>
                      <a:r>
                        <a:rPr sz="1050">
                          <a:solidFill>
                            <a:srgbClr val="2C3E50"/>
                          </a:solidFill>
                        </a:rPr>
                        <a:t>4</a:t>
                      </a:r>
                    </a:p>
                  </a:txBody>
                  <a:tcPr marL="95250" marR="95250" marT="38100" marB="38100" anchor="ctr">
                    <a:lnR w="9525">
                      <a:solidFill>
                        <a:srgbClr val="D8D3CA"/>
                      </a:solidFill>
                      <a:prstDash val="solid"/>
                    </a:lnR>
                    <a:lnB w="9525">
                      <a:solidFill>
                        <a:srgbClr val="D8D3CA"/>
                      </a:solidFill>
                      <a:prstDash val="solid"/>
                    </a:lnB>
                    <a:solidFill>
                      <a:srgbClr val="FFFDFC"/>
                    </a:solidFill>
                  </a:tcPr>
                </a:tc>
                <a:tc>
                  <a:txBody>
                    <a:bodyPr/>
                    <a:lstStyle/>
                    <a:p>
                      <a:r>
                        <a:rPr sz="1050">
                          <a:solidFill>
                            <a:srgbClr val="2C3E50"/>
                          </a:solidFill>
                        </a:rPr>
                        <a:t>4</a:t>
                      </a:r>
                    </a:p>
                  </a:txBody>
                  <a:tcPr marL="95250" marR="95250" marT="38100" marB="38100" anchor="ctr">
                    <a:lnR w="9525">
                      <a:solidFill>
                        <a:srgbClr val="D8D3CA"/>
                      </a:solidFill>
                      <a:prstDash val="solid"/>
                    </a:lnR>
                    <a:lnB w="9525">
                      <a:solidFill>
                        <a:srgbClr val="D8D3CA"/>
                      </a:solidFill>
                      <a:prstDash val="solid"/>
                    </a:lnB>
                    <a:solidFill>
                      <a:srgbClr val="FFFDFC"/>
                    </a:solidFill>
                  </a:tcPr>
                </a:tc>
                <a:tc>
                  <a:txBody>
                    <a:bodyPr/>
                    <a:lstStyle/>
                    <a:p>
                      <a:r>
                        <a:rPr sz="1050">
                          <a:solidFill>
                            <a:srgbClr val="2C3E50"/>
                          </a:solidFill>
                        </a:rPr>
                        <a:t>0</a:t>
                      </a:r>
                    </a:p>
                  </a:txBody>
                  <a:tcPr marL="95250" marR="95250" marT="38100" marB="38100" anchor="ctr">
                    <a:lnR w="9525">
                      <a:solidFill>
                        <a:srgbClr val="D8D3CA"/>
                      </a:solidFill>
                      <a:prstDash val="solid"/>
                    </a:lnR>
                    <a:lnB w="9525">
                      <a:solidFill>
                        <a:srgbClr val="D8D3CA"/>
                      </a:solidFill>
                      <a:prstDash val="solid"/>
                    </a:lnB>
                    <a:solidFill>
                      <a:srgbClr val="FFFDFC"/>
                    </a:solidFill>
                  </a:tcPr>
                </a:tc>
              </a:tr>
              <a:tr h="347663">
                <a:tc>
                  <a:txBody>
                    <a:bodyPr/>
                    <a:lstStyle/>
                    <a:p>
                      <a:pPr algn="l"/>
                      <a:r>
                        <a:rPr sz="1050">
                          <a:solidFill>
                            <a:srgbClr val="2C3E50"/>
                          </a:solidFill>
                        </a:rPr>
                        <a:t>Entryway 1</a:t>
                      </a:r>
                    </a:p>
                  </a:txBody>
                  <a:tcPr marL="95250" marR="95250" marT="38100" marB="38100" anchor="ctr">
                    <a:lnL w="9525">
                      <a:solidFill>
                        <a:srgbClr val="D8D3CA"/>
                      </a:solidFill>
                      <a:prstDash val="solid"/>
                    </a:lnL>
                    <a:lnR w="9525">
                      <a:solidFill>
                        <a:srgbClr val="D8D3CA"/>
                      </a:solidFill>
                      <a:prstDash val="solid"/>
                    </a:lnR>
                    <a:lnB w="9525">
                      <a:solidFill>
                        <a:srgbClr val="D8D3CA"/>
                      </a:solidFill>
                      <a:prstDash val="solid"/>
                    </a:lnB>
                    <a:solidFill>
                      <a:srgbClr val="FFFDFC"/>
                    </a:solidFill>
                  </a:tcPr>
                </a:tc>
                <a:tc>
                  <a:txBody>
                    <a:bodyPr/>
                    <a:lstStyle/>
                    <a:p>
                      <a:r>
                        <a:rPr sz="1050">
                          <a:solidFill>
                            <a:srgbClr val="2C3E50"/>
                          </a:solidFill>
                        </a:rPr>
                        <a:t>2</a:t>
                      </a:r>
                    </a:p>
                  </a:txBody>
                  <a:tcPr marL="95250" marR="95250" marT="38100" marB="38100" anchor="ctr">
                    <a:lnR w="9525">
                      <a:solidFill>
                        <a:srgbClr val="D8D3CA"/>
                      </a:solidFill>
                      <a:prstDash val="solid"/>
                    </a:lnR>
                    <a:lnB w="9525">
                      <a:solidFill>
                        <a:srgbClr val="D8D3CA"/>
                      </a:solidFill>
                      <a:prstDash val="solid"/>
                    </a:lnB>
                    <a:solidFill>
                      <a:srgbClr val="FFFDFC"/>
                    </a:solidFill>
                  </a:tcPr>
                </a:tc>
                <a:tc>
                  <a:txBody>
                    <a:bodyPr/>
                    <a:lstStyle/>
                    <a:p>
                      <a:r>
                        <a:rPr sz="1050">
                          <a:solidFill>
                            <a:srgbClr val="2C3E50"/>
                          </a:solidFill>
                        </a:rPr>
                        <a:t>2</a:t>
                      </a:r>
                    </a:p>
                  </a:txBody>
                  <a:tcPr marL="95250" marR="95250" marT="38100" marB="38100" anchor="ctr">
                    <a:lnR w="9525">
                      <a:solidFill>
                        <a:srgbClr val="D8D3CA"/>
                      </a:solidFill>
                      <a:prstDash val="solid"/>
                    </a:lnR>
                    <a:lnB w="9525">
                      <a:solidFill>
                        <a:srgbClr val="D8D3CA"/>
                      </a:solidFill>
                      <a:prstDash val="solid"/>
                    </a:lnB>
                    <a:solidFill>
                      <a:srgbClr val="FFFDFC"/>
                    </a:solidFill>
                  </a:tcPr>
                </a:tc>
                <a:tc>
                  <a:txBody>
                    <a:bodyPr/>
                    <a:lstStyle/>
                    <a:p>
                      <a:r>
                        <a:rPr sz="1050">
                          <a:solidFill>
                            <a:srgbClr val="2C3E50"/>
                          </a:solidFill>
                        </a:rPr>
                        <a:t>2</a:t>
                      </a:r>
                    </a:p>
                  </a:txBody>
                  <a:tcPr marL="95250" marR="95250" marT="38100" marB="38100" anchor="ctr">
                    <a:lnR w="9525">
                      <a:solidFill>
                        <a:srgbClr val="D8D3CA"/>
                      </a:solidFill>
                      <a:prstDash val="solid"/>
                    </a:lnR>
                    <a:lnB w="9525">
                      <a:solidFill>
                        <a:srgbClr val="D8D3CA"/>
                      </a:solidFill>
                      <a:prstDash val="solid"/>
                    </a:lnB>
                    <a:solidFill>
                      <a:srgbClr val="FFFDFC"/>
                    </a:solidFill>
                  </a:tcPr>
                </a:tc>
                <a:tc>
                  <a:txBody>
                    <a:bodyPr/>
                    <a:lstStyle/>
                    <a:p>
                      <a:r>
                        <a:rPr sz="1050">
                          <a:solidFill>
                            <a:srgbClr val="2C3E50"/>
                          </a:solidFill>
                        </a:rPr>
                        <a:t>0</a:t>
                      </a:r>
                    </a:p>
                  </a:txBody>
                  <a:tcPr marL="95250" marR="95250" marT="38100" marB="38100" anchor="ctr">
                    <a:lnR w="9525">
                      <a:solidFill>
                        <a:srgbClr val="D8D3CA"/>
                      </a:solidFill>
                      <a:prstDash val="solid"/>
                    </a:lnR>
                    <a:lnB w="9525">
                      <a:solidFill>
                        <a:srgbClr val="D8D3CA"/>
                      </a:solidFill>
                      <a:prstDash val="solid"/>
                    </a:lnB>
                    <a:solidFill>
                      <a:srgbClr val="FFFDFC"/>
                    </a:solidFill>
                  </a:tcPr>
                </a:tc>
              </a:tr>
              <a:tr h="347663">
                <a:tc>
                  <a:txBody>
                    <a:bodyPr/>
                    <a:lstStyle/>
                    <a:p>
                      <a:pPr algn="l"/>
                      <a:r>
                        <a:rPr sz="1050">
                          <a:solidFill>
                            <a:srgbClr val="2C3E50"/>
                          </a:solidFill>
                        </a:rPr>
                        <a:t>Living Room 2</a:t>
                      </a:r>
                    </a:p>
                  </a:txBody>
                  <a:tcPr marL="95250" marR="95250" marT="38100" marB="38100" anchor="ctr">
                    <a:lnL w="9525">
                      <a:solidFill>
                        <a:srgbClr val="D8D3CA"/>
                      </a:solidFill>
                      <a:prstDash val="solid"/>
                    </a:lnL>
                    <a:lnR w="9525">
                      <a:solidFill>
                        <a:srgbClr val="D8D3CA"/>
                      </a:solidFill>
                      <a:prstDash val="solid"/>
                    </a:lnR>
                    <a:lnB w="9525">
                      <a:solidFill>
                        <a:srgbClr val="D8D3CA"/>
                      </a:solidFill>
                      <a:prstDash val="solid"/>
                    </a:lnB>
                    <a:solidFill>
                      <a:srgbClr val="FFFDFC"/>
                    </a:solidFill>
                  </a:tcPr>
                </a:tc>
                <a:tc>
                  <a:txBody>
                    <a:bodyPr/>
                    <a:lstStyle/>
                    <a:p>
                      <a:r>
                        <a:rPr sz="1050">
                          <a:solidFill>
                            <a:srgbClr val="2C3E50"/>
                          </a:solidFill>
                        </a:rPr>
                        <a:t>4</a:t>
                      </a:r>
                    </a:p>
                  </a:txBody>
                  <a:tcPr marL="95250" marR="95250" marT="38100" marB="38100" anchor="ctr">
                    <a:lnR w="9525">
                      <a:solidFill>
                        <a:srgbClr val="D8D3CA"/>
                      </a:solidFill>
                      <a:prstDash val="solid"/>
                    </a:lnR>
                    <a:lnB w="9525">
                      <a:solidFill>
                        <a:srgbClr val="D8D3CA"/>
                      </a:solidFill>
                      <a:prstDash val="solid"/>
                    </a:lnB>
                    <a:solidFill>
                      <a:srgbClr val="FFFDFC"/>
                    </a:solidFill>
                  </a:tcPr>
                </a:tc>
                <a:tc>
                  <a:txBody>
                    <a:bodyPr/>
                    <a:lstStyle/>
                    <a:p>
                      <a:r>
                        <a:rPr sz="1050">
                          <a:solidFill>
                            <a:srgbClr val="2C3E50"/>
                          </a:solidFill>
                        </a:rPr>
                        <a:t>4</a:t>
                      </a:r>
                    </a:p>
                  </a:txBody>
                  <a:tcPr marL="95250" marR="95250" marT="38100" marB="38100" anchor="ctr">
                    <a:lnR w="9525">
                      <a:solidFill>
                        <a:srgbClr val="D8D3CA"/>
                      </a:solidFill>
                      <a:prstDash val="solid"/>
                    </a:lnR>
                    <a:lnB w="9525">
                      <a:solidFill>
                        <a:srgbClr val="D8D3CA"/>
                      </a:solidFill>
                      <a:prstDash val="solid"/>
                    </a:lnB>
                    <a:solidFill>
                      <a:srgbClr val="FFFDFC"/>
                    </a:solidFill>
                  </a:tcPr>
                </a:tc>
                <a:tc>
                  <a:txBody>
                    <a:bodyPr/>
                    <a:lstStyle/>
                    <a:p>
                      <a:r>
                        <a:rPr sz="1050">
                          <a:solidFill>
                            <a:srgbClr val="2C3E50"/>
                          </a:solidFill>
                        </a:rPr>
                        <a:t>4</a:t>
                      </a:r>
                    </a:p>
                  </a:txBody>
                  <a:tcPr marL="95250" marR="95250" marT="38100" marB="38100" anchor="ctr">
                    <a:lnR w="9525">
                      <a:solidFill>
                        <a:srgbClr val="D8D3CA"/>
                      </a:solidFill>
                      <a:prstDash val="solid"/>
                    </a:lnR>
                    <a:lnB w="9525">
                      <a:solidFill>
                        <a:srgbClr val="D8D3CA"/>
                      </a:solidFill>
                      <a:prstDash val="solid"/>
                    </a:lnB>
                    <a:solidFill>
                      <a:srgbClr val="FFFDFC"/>
                    </a:solidFill>
                  </a:tcPr>
                </a:tc>
                <a:tc>
                  <a:txBody>
                    <a:bodyPr/>
                    <a:lstStyle/>
                    <a:p>
                      <a:r>
                        <a:rPr sz="1050">
                          <a:solidFill>
                            <a:srgbClr val="2C3E50"/>
                          </a:solidFill>
                        </a:rPr>
                        <a:t>0</a:t>
                      </a:r>
                    </a:p>
                  </a:txBody>
                  <a:tcPr marL="95250" marR="95250" marT="38100" marB="38100" anchor="ctr">
                    <a:lnR w="9525">
                      <a:solidFill>
                        <a:srgbClr val="D8D3CA"/>
                      </a:solidFill>
                      <a:prstDash val="solid"/>
                    </a:lnR>
                    <a:lnB w="9525">
                      <a:solidFill>
                        <a:srgbClr val="D8D3CA"/>
                      </a:solidFill>
                      <a:prstDash val="solid"/>
                    </a:lnB>
                    <a:solidFill>
                      <a:srgbClr val="FFFDFC"/>
                    </a:solidFill>
                  </a:tcPr>
                </a:tc>
              </a:tr>
              <a:tr h="347663">
                <a:tc>
                  <a:txBody>
                    <a:bodyPr/>
                    <a:lstStyle/>
                    <a:p>
                      <a:pPr algn="l"/>
                      <a:r>
                        <a:rPr sz="1050">
                          <a:solidFill>
                            <a:srgbClr val="2C3E50"/>
                          </a:solidFill>
                        </a:rPr>
                        <a:t>Kitchen 2</a:t>
                      </a:r>
                    </a:p>
                  </a:txBody>
                  <a:tcPr marL="95250" marR="95250" marT="38100" marB="38100" anchor="ctr">
                    <a:lnL w="9525">
                      <a:solidFill>
                        <a:srgbClr val="D8D3CA"/>
                      </a:solidFill>
                      <a:prstDash val="solid"/>
                    </a:lnL>
                    <a:lnR w="9525">
                      <a:solidFill>
                        <a:srgbClr val="D8D3CA"/>
                      </a:solidFill>
                      <a:prstDash val="solid"/>
                    </a:lnR>
                    <a:lnB w="9525">
                      <a:solidFill>
                        <a:srgbClr val="D8D3CA"/>
                      </a:solidFill>
                      <a:prstDash val="solid"/>
                    </a:lnB>
                    <a:solidFill>
                      <a:srgbClr val="FFFDFC"/>
                    </a:solidFill>
                  </a:tcPr>
                </a:tc>
                <a:tc>
                  <a:txBody>
                    <a:bodyPr/>
                    <a:lstStyle/>
                    <a:p>
                      <a:r>
                        <a:rPr sz="1050">
                          <a:solidFill>
                            <a:srgbClr val="2C3E50"/>
                          </a:solidFill>
                        </a:rPr>
                        <a:t>3</a:t>
                      </a:r>
                    </a:p>
                  </a:txBody>
                  <a:tcPr marL="95250" marR="95250" marT="38100" marB="38100" anchor="ctr">
                    <a:lnR w="9525">
                      <a:solidFill>
                        <a:srgbClr val="D8D3CA"/>
                      </a:solidFill>
                      <a:prstDash val="solid"/>
                    </a:lnR>
                    <a:lnB w="9525">
                      <a:solidFill>
                        <a:srgbClr val="D8D3CA"/>
                      </a:solidFill>
                      <a:prstDash val="solid"/>
                    </a:lnB>
                    <a:solidFill>
                      <a:srgbClr val="FFFDFC"/>
                    </a:solidFill>
                  </a:tcPr>
                </a:tc>
                <a:tc>
                  <a:txBody>
                    <a:bodyPr/>
                    <a:lstStyle/>
                    <a:p>
                      <a:r>
                        <a:rPr sz="1050">
                          <a:solidFill>
                            <a:srgbClr val="2C3E50"/>
                          </a:solidFill>
                        </a:rPr>
                        <a:t>3</a:t>
                      </a:r>
                    </a:p>
                  </a:txBody>
                  <a:tcPr marL="95250" marR="95250" marT="38100" marB="38100" anchor="ctr">
                    <a:lnR w="9525">
                      <a:solidFill>
                        <a:srgbClr val="D8D3CA"/>
                      </a:solidFill>
                      <a:prstDash val="solid"/>
                    </a:lnR>
                    <a:lnB w="9525">
                      <a:solidFill>
                        <a:srgbClr val="D8D3CA"/>
                      </a:solidFill>
                      <a:prstDash val="solid"/>
                    </a:lnB>
                    <a:solidFill>
                      <a:srgbClr val="FFFDFC"/>
                    </a:solidFill>
                  </a:tcPr>
                </a:tc>
                <a:tc>
                  <a:txBody>
                    <a:bodyPr/>
                    <a:lstStyle/>
                    <a:p>
                      <a:r>
                        <a:rPr sz="1050">
                          <a:solidFill>
                            <a:srgbClr val="2C3E50"/>
                          </a:solidFill>
                        </a:rPr>
                        <a:t>3</a:t>
                      </a:r>
                    </a:p>
                  </a:txBody>
                  <a:tcPr marL="95250" marR="95250" marT="38100" marB="38100" anchor="ctr">
                    <a:lnR w="9525">
                      <a:solidFill>
                        <a:srgbClr val="D8D3CA"/>
                      </a:solidFill>
                      <a:prstDash val="solid"/>
                    </a:lnR>
                    <a:lnB w="9525">
                      <a:solidFill>
                        <a:srgbClr val="D8D3CA"/>
                      </a:solidFill>
                      <a:prstDash val="solid"/>
                    </a:lnB>
                    <a:solidFill>
                      <a:srgbClr val="FFFDFC"/>
                    </a:solidFill>
                  </a:tcPr>
                </a:tc>
                <a:tc>
                  <a:txBody>
                    <a:bodyPr/>
                    <a:lstStyle/>
                    <a:p>
                      <a:r>
                        <a:rPr sz="1050">
                          <a:solidFill>
                            <a:srgbClr val="2C3E50"/>
                          </a:solidFill>
                        </a:rPr>
                        <a:t>0</a:t>
                      </a:r>
                    </a:p>
                  </a:txBody>
                  <a:tcPr marL="95250" marR="95250" marT="38100" marB="38100" anchor="ctr">
                    <a:lnR w="9525">
                      <a:solidFill>
                        <a:srgbClr val="D8D3CA"/>
                      </a:solidFill>
                      <a:prstDash val="solid"/>
                    </a:lnR>
                    <a:lnB w="9525">
                      <a:solidFill>
                        <a:srgbClr val="D8D3CA"/>
                      </a:solidFill>
                      <a:prstDash val="solid"/>
                    </a:lnB>
                    <a:solidFill>
                      <a:srgbClr val="FFFDFC"/>
                    </a:solidFill>
                  </a:tcPr>
                </a:tc>
              </a:tr>
              <a:tr h="347663">
                <a:tc>
                  <a:txBody>
                    <a:bodyPr/>
                    <a:lstStyle/>
                    <a:p>
                      <a:pPr algn="l"/>
                      <a:r>
                        <a:rPr sz="1050">
                          <a:solidFill>
                            <a:srgbClr val="2C3E50"/>
                          </a:solidFill>
                        </a:rPr>
                        <a:t>Bedroom 3</a:t>
                      </a:r>
                    </a:p>
                  </a:txBody>
                  <a:tcPr marL="95250" marR="95250" marT="38100" marB="38100" anchor="ctr">
                    <a:lnL w="9525">
                      <a:solidFill>
                        <a:srgbClr val="D8D3CA"/>
                      </a:solidFill>
                      <a:prstDash val="solid"/>
                    </a:lnL>
                    <a:lnR w="9525">
                      <a:solidFill>
                        <a:srgbClr val="D8D3CA"/>
                      </a:solidFill>
                      <a:prstDash val="solid"/>
                    </a:lnR>
                    <a:lnB w="9525">
                      <a:solidFill>
                        <a:srgbClr val="D8D3CA"/>
                      </a:solidFill>
                      <a:prstDash val="solid"/>
                    </a:lnB>
                    <a:solidFill>
                      <a:srgbClr val="FFFDFC"/>
                    </a:solidFill>
                  </a:tcPr>
                </a:tc>
                <a:tc>
                  <a:txBody>
                    <a:bodyPr/>
                    <a:lstStyle/>
                    <a:p>
                      <a:r>
                        <a:rPr sz="1050">
                          <a:solidFill>
                            <a:srgbClr val="2C3E50"/>
                          </a:solidFill>
                        </a:rPr>
                        <a:t>4</a:t>
                      </a:r>
                    </a:p>
                  </a:txBody>
                  <a:tcPr marL="95250" marR="95250" marT="38100" marB="38100" anchor="ctr">
                    <a:lnR w="9525">
                      <a:solidFill>
                        <a:srgbClr val="D8D3CA"/>
                      </a:solidFill>
                      <a:prstDash val="solid"/>
                    </a:lnR>
                    <a:lnB w="9525">
                      <a:solidFill>
                        <a:srgbClr val="D8D3CA"/>
                      </a:solidFill>
                      <a:prstDash val="solid"/>
                    </a:lnB>
                    <a:solidFill>
                      <a:srgbClr val="FFFDFC"/>
                    </a:solidFill>
                  </a:tcPr>
                </a:tc>
                <a:tc>
                  <a:txBody>
                    <a:bodyPr/>
                    <a:lstStyle/>
                    <a:p>
                      <a:r>
                        <a:rPr sz="1050">
                          <a:solidFill>
                            <a:srgbClr val="2C3E50"/>
                          </a:solidFill>
                        </a:rPr>
                        <a:t>3</a:t>
                      </a:r>
                    </a:p>
                  </a:txBody>
                  <a:tcPr marL="95250" marR="95250" marT="38100" marB="38100" anchor="ctr">
                    <a:lnR w="9525">
                      <a:solidFill>
                        <a:srgbClr val="D8D3CA"/>
                      </a:solidFill>
                      <a:prstDash val="solid"/>
                    </a:lnR>
                    <a:lnB w="9525">
                      <a:solidFill>
                        <a:srgbClr val="D8D3CA"/>
                      </a:solidFill>
                      <a:prstDash val="solid"/>
                    </a:lnB>
                    <a:solidFill>
                      <a:srgbClr val="FFFDFC"/>
                    </a:solidFill>
                  </a:tcPr>
                </a:tc>
                <a:tc>
                  <a:txBody>
                    <a:bodyPr/>
                    <a:lstStyle/>
                    <a:p>
                      <a:r>
                        <a:rPr sz="1050">
                          <a:solidFill>
                            <a:srgbClr val="2C3E50"/>
                          </a:solidFill>
                        </a:rPr>
                        <a:t>3</a:t>
                      </a:r>
                    </a:p>
                  </a:txBody>
                  <a:tcPr marL="95250" marR="95250" marT="38100" marB="38100" anchor="ctr">
                    <a:lnR w="9525">
                      <a:solidFill>
                        <a:srgbClr val="D8D3CA"/>
                      </a:solidFill>
                      <a:prstDash val="solid"/>
                    </a:lnR>
                    <a:lnB w="9525">
                      <a:solidFill>
                        <a:srgbClr val="D8D3CA"/>
                      </a:solidFill>
                      <a:prstDash val="solid"/>
                    </a:lnB>
                    <a:solidFill>
                      <a:srgbClr val="FFFDFC"/>
                    </a:solidFill>
                  </a:tcPr>
                </a:tc>
                <a:tc>
                  <a:txBody>
                    <a:bodyPr/>
                    <a:lstStyle/>
                    <a:p>
                      <a:r>
                        <a:rPr sz="1050">
                          <a:solidFill>
                            <a:srgbClr val="2C3E50"/>
                          </a:solidFill>
                        </a:rPr>
                        <a:t>1</a:t>
                      </a:r>
                    </a:p>
                  </a:txBody>
                  <a:tcPr marL="95250" marR="95250" marT="38100" marB="38100" anchor="ctr">
                    <a:lnR w="9525">
                      <a:solidFill>
                        <a:srgbClr val="D8D3CA"/>
                      </a:solidFill>
                      <a:prstDash val="solid"/>
                    </a:lnR>
                    <a:lnB w="9525">
                      <a:solidFill>
                        <a:srgbClr val="D8D3CA"/>
                      </a:solidFill>
                      <a:prstDash val="solid"/>
                    </a:lnB>
                    <a:solidFill>
                      <a:srgbClr val="FFFDFC"/>
                    </a:solidFill>
                  </a:tcPr>
                </a:tc>
              </a:tr>
              <a:tr h="347663">
                <a:tc>
                  <a:txBody>
                    <a:bodyPr/>
                    <a:lstStyle/>
                    <a:p>
                      <a:pPr algn="l"/>
                      <a:r>
                        <a:rPr sz="1125" b="1">
                          <a:solidFill>
                            <a:srgbClr val="203247"/>
                          </a:solidFill>
                        </a:rPr>
                        <a:t>TOTAL</a:t>
                      </a:r>
                    </a:p>
                  </a:txBody>
                  <a:tcPr marL="95250" marR="95250" marT="38100" marB="38100" anchor="ctr">
                    <a:lnL w="9525">
                      <a:solidFill>
                        <a:srgbClr val="D8D3CA"/>
                      </a:solidFill>
                      <a:prstDash val="solid"/>
                    </a:lnL>
                    <a:lnR w="9525">
                      <a:solidFill>
                        <a:srgbClr val="D8D3CA"/>
                      </a:solidFill>
                      <a:prstDash val="solid"/>
                    </a:lnR>
                    <a:lnB w="9525">
                      <a:solidFill>
                        <a:srgbClr val="D8D3CA"/>
                      </a:solidFill>
                      <a:prstDash val="solid"/>
                    </a:lnB>
                    <a:solidFill>
                      <a:srgbClr val="E3EEF1"/>
                    </a:solidFill>
                  </a:tcPr>
                </a:tc>
                <a:tc>
                  <a:txBody>
                    <a:bodyPr/>
                    <a:lstStyle/>
                    <a:p>
                      <a:r>
                        <a:rPr sz="1125" b="1">
                          <a:solidFill>
                            <a:srgbClr val="203247"/>
                          </a:solidFill>
                        </a:rPr>
                        <a:t>35</a:t>
                      </a:r>
                    </a:p>
                  </a:txBody>
                  <a:tcPr marL="95250" marR="95250" marT="38100" marB="38100" anchor="ctr">
                    <a:lnR w="9525">
                      <a:solidFill>
                        <a:srgbClr val="D8D3CA"/>
                      </a:solidFill>
                      <a:prstDash val="solid"/>
                    </a:lnR>
                    <a:lnB w="9525">
                      <a:solidFill>
                        <a:srgbClr val="D8D3CA"/>
                      </a:solidFill>
                      <a:prstDash val="solid"/>
                    </a:lnB>
                    <a:solidFill>
                      <a:srgbClr val="E3EEF1"/>
                    </a:solidFill>
                  </a:tcPr>
                </a:tc>
                <a:tc>
                  <a:txBody>
                    <a:bodyPr/>
                    <a:lstStyle/>
                    <a:p>
                      <a:r>
                        <a:rPr sz="1125" b="1">
                          <a:solidFill>
                            <a:srgbClr val="203247"/>
                          </a:solidFill>
                        </a:rPr>
                        <a:t>34</a:t>
                      </a:r>
                    </a:p>
                  </a:txBody>
                  <a:tcPr marL="95250" marR="95250" marT="38100" marB="38100" anchor="ctr">
                    <a:lnR w="9525">
                      <a:solidFill>
                        <a:srgbClr val="D8D3CA"/>
                      </a:solidFill>
                      <a:prstDash val="solid"/>
                    </a:lnR>
                    <a:lnB w="9525">
                      <a:solidFill>
                        <a:srgbClr val="D8D3CA"/>
                      </a:solidFill>
                      <a:prstDash val="solid"/>
                    </a:lnB>
                    <a:solidFill>
                      <a:srgbClr val="E3EEF1"/>
                    </a:solidFill>
                  </a:tcPr>
                </a:tc>
                <a:tc>
                  <a:txBody>
                    <a:bodyPr/>
                    <a:lstStyle/>
                    <a:p>
                      <a:r>
                        <a:rPr sz="1125" b="1">
                          <a:solidFill>
                            <a:srgbClr val="203247"/>
                          </a:solidFill>
                        </a:rPr>
                        <a:t>34</a:t>
                      </a:r>
                    </a:p>
                  </a:txBody>
                  <a:tcPr marL="95250" marR="95250" marT="38100" marB="38100" anchor="ctr">
                    <a:lnR w="9525">
                      <a:solidFill>
                        <a:srgbClr val="D8D3CA"/>
                      </a:solidFill>
                      <a:prstDash val="solid"/>
                    </a:lnR>
                    <a:lnB w="9525">
                      <a:solidFill>
                        <a:srgbClr val="D8D3CA"/>
                      </a:solidFill>
                      <a:prstDash val="solid"/>
                    </a:lnB>
                    <a:solidFill>
                      <a:srgbClr val="E3EEF1"/>
                    </a:solidFill>
                  </a:tcPr>
                </a:tc>
                <a:tc>
                  <a:txBody>
                    <a:bodyPr/>
                    <a:lstStyle/>
                    <a:p>
                      <a:r>
                        <a:rPr sz="1125" b="1">
                          <a:solidFill>
                            <a:srgbClr val="203247"/>
                          </a:solidFill>
                        </a:rPr>
                        <a:t>1</a:t>
                      </a:r>
                    </a:p>
                  </a:txBody>
                  <a:tcPr marL="95250" marR="95250" marT="38100" marB="38100" anchor="ctr">
                    <a:lnR w="9525">
                      <a:solidFill>
                        <a:srgbClr val="D8D3CA"/>
                      </a:solidFill>
                      <a:prstDash val="solid"/>
                    </a:lnR>
                    <a:lnB w="9525">
                      <a:solidFill>
                        <a:srgbClr val="D8D3CA"/>
                      </a:solidFill>
                      <a:prstDash val="solid"/>
                    </a:lnB>
                    <a:solidFill>
                      <a:srgbClr val="E3EEF1"/>
                    </a:solidFill>
                  </a:tcPr>
                </a:tc>
              </a:tr>
            </a:tbl>
          </a:graphicData>
        </a:graphic>
      </p:graphicFrame>
      <p:sp>
        <p:nvSpPr>
          <p:cNvPr id="6" name="">
            <a:extLst xmlns:a="http://schemas.openxmlformats.org/drawingml/2006/main">
              <a:ext uri="{FF2B5EF4-FFF2-40B4-BE49-F238E27FC236}">
                <a16:creationId xmlns:a16="http://schemas.microsoft.com/office/drawing/2014/main" id="{1295A469-F6BB-4ED0-8761-D536A41FC455}"/>
              </a:ext>
            </a:extLst>
          </p:cNvPr>
          <p:cNvSpPr>
            <a:spLocks xmlns:a="http://schemas.openxmlformats.org/drawingml/2006/main" noGrp="1"/>
          </p:cNvSpPr>
          <p:nvPr/>
        </p:nvSpPr>
        <p:spPr>
          <a:xfrm xmlns:a="http://schemas.openxmlformats.org/drawingml/2006/main">
            <a:off x="628650" y="5905500"/>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350" b="1">
                <a:solidFill>
                  <a:srgbClr val="1E5D78"/>
                </a:solidFill>
              </a:defRPr>
            </a:defPPr>
            <a:lvl1pPr algn="l">
              <a:defRPr sz="1350" b="1">
                <a:solidFill>
                  <a:srgbClr val="1E5D78"/>
                </a:solidFill>
              </a:defRPr>
            </a:lvl1pPr>
            <a:lvl2pPr algn="l">
              <a:defRPr sz="1350" b="1">
                <a:solidFill>
                  <a:srgbClr val="1E5D78"/>
                </a:solidFill>
              </a:defRPr>
            </a:lvl2pPr>
            <a:lvl3pPr algn="l">
              <a:defRPr sz="1350" b="1">
                <a:solidFill>
                  <a:srgbClr val="1E5D78"/>
                </a:solidFill>
              </a:defRPr>
            </a:lvl3pPr>
            <a:lvl4pPr algn="l">
              <a:defRPr sz="1350" b="1">
                <a:solidFill>
                  <a:srgbClr val="1E5D78"/>
                </a:solidFill>
              </a:defRPr>
            </a:lvl4pPr>
            <a:lvl5pPr algn="l">
              <a:defRPr sz="1350" b="1">
                <a:solidFill>
                  <a:srgbClr val="1E5D78"/>
                </a:solidFill>
              </a:defRPr>
            </a:lvl5pPr>
            <a:lvl6pPr algn="l">
              <a:defRPr sz="1350" b="1">
                <a:solidFill>
                  <a:srgbClr val="1E5D78"/>
                </a:solidFill>
              </a:defRPr>
            </a:lvl6pPr>
            <a:lvl7pPr algn="l">
              <a:defRPr sz="1350" b="1">
                <a:solidFill>
                  <a:srgbClr val="1E5D78"/>
                </a:solidFill>
              </a:defRPr>
            </a:lvl7pPr>
            <a:lvl8pPr algn="l">
              <a:defRPr sz="1350" b="1">
                <a:solidFill>
                  <a:srgbClr val="1E5D78"/>
                </a:solidFill>
              </a:defRPr>
            </a:lvl8pPr>
            <a:lvl9pPr algn="l">
              <a:defRPr sz="1350" b="1">
                <a:solidFill>
                  <a:srgbClr val="1E5D78"/>
                </a:solidFill>
              </a:defRPr>
            </a:lvl9pPr>
          </a:lstStyle>
          <a:p xmlns:a="http://schemas.openxmlformats.org/drawingml/2006/main">
            <a:pPr algn="l">
              <a:defRPr sz="1350" b="1">
                <a:solidFill>
                  <a:srgbClr val="1E5D78"/>
                </a:solidFill>
              </a:defRPr>
            </a:pPr>
            <a:r>
              <a:rPr sz="1350" b="1">
                <a:solidFill>
                  <a:srgbClr val="1E5D78"/>
                </a:solidFill>
              </a:rPr>
              <a:t>34 of 35 reference hazards detected  |  97.1% in this test set</a:t>
            </a:r>
          </a:p>
        </p:txBody>
      </p:sp>
    </p:spTree>
    <p:extLst>
      <p:ext uri="{BB962C8B-B14F-4D97-AF65-F5344CB8AC3E}">
        <p14:creationId xmlns:p14="http://schemas.microsoft.com/office/powerpoint/2010/main" val="772235628"/>
      </p:ext>
    </p:extLst>
  </p:cSld>
</p:sld>
</file>

<file path=ppt/slides/slide6.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3BADDE2D-5BBF-4BEF-9E46-EE2769AF9F40}"/>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1E5D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E1D5A77-C561-481B-A4A2-BC30C42898A9}"/>
              </a:ext>
            </a:extLst>
          </p:cNvPr>
          <p:cNvSpPr>
            <a:spLocks xmlns:a="http://schemas.openxmlformats.org/drawingml/2006/main" noGrp="1"/>
          </p:cNvSpPr>
          <p:nvPr/>
        </p:nvSpPr>
        <p:spPr>
          <a:xfrm xmlns:a="http://schemas.openxmlformats.org/drawingml/2006/main">
            <a:off x="628650" y="438150"/>
            <a:ext cx="109347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2700" b="1">
                <a:solidFill>
                  <a:srgbClr val="203247"/>
                </a:solidFill>
              </a:defRPr>
            </a:defPPr>
            <a:lvl1pPr algn="l">
              <a:defRPr sz="2700" b="1">
                <a:solidFill>
                  <a:srgbClr val="203247"/>
                </a:solidFill>
              </a:defRPr>
            </a:lvl1pPr>
            <a:lvl2pPr algn="l">
              <a:defRPr sz="2700" b="1">
                <a:solidFill>
                  <a:srgbClr val="203247"/>
                </a:solidFill>
              </a:defRPr>
            </a:lvl2pPr>
            <a:lvl3pPr algn="l">
              <a:defRPr sz="2700" b="1">
                <a:solidFill>
                  <a:srgbClr val="203247"/>
                </a:solidFill>
              </a:defRPr>
            </a:lvl3pPr>
            <a:lvl4pPr algn="l">
              <a:defRPr sz="2700" b="1">
                <a:solidFill>
                  <a:srgbClr val="203247"/>
                </a:solidFill>
              </a:defRPr>
            </a:lvl4pPr>
            <a:lvl5pPr algn="l">
              <a:defRPr sz="2700" b="1">
                <a:solidFill>
                  <a:srgbClr val="203247"/>
                </a:solidFill>
              </a:defRPr>
            </a:lvl5pPr>
            <a:lvl6pPr algn="l">
              <a:defRPr sz="2700" b="1">
                <a:solidFill>
                  <a:srgbClr val="203247"/>
                </a:solidFill>
              </a:defRPr>
            </a:lvl6pPr>
            <a:lvl7pPr algn="l">
              <a:defRPr sz="2700" b="1">
                <a:solidFill>
                  <a:srgbClr val="203247"/>
                </a:solidFill>
              </a:defRPr>
            </a:lvl7pPr>
            <a:lvl8pPr algn="l">
              <a:defRPr sz="2700" b="1">
                <a:solidFill>
                  <a:srgbClr val="203247"/>
                </a:solidFill>
              </a:defRPr>
            </a:lvl8pPr>
            <a:lvl9pPr algn="l">
              <a:defRPr sz="2700" b="1">
                <a:solidFill>
                  <a:srgbClr val="203247"/>
                </a:solidFill>
              </a:defRPr>
            </a:lvl9pPr>
          </a:lstStyle>
          <a:p xmlns:a="http://schemas.openxmlformats.org/drawingml/2006/main">
            <a:pPr algn="l">
              <a:defRPr sz="2700" b="1">
                <a:solidFill>
                  <a:srgbClr val="203247"/>
                </a:solidFill>
              </a:defRPr>
            </a:pPr>
            <a:r>
              <a:rPr sz="2700" b="1">
                <a:solidFill>
                  <a:srgbClr val="203247"/>
                </a:solidFill>
              </a:rPr>
              <a:t>Designed for action and human review</a:t>
            </a:r>
          </a:p>
        </p:txBody>
      </p:sp>
      <p:sp>
        <p:nvSpPr>
          <p:cNvPr id="3" name="">
            <a:extLst xmlns:a="http://schemas.openxmlformats.org/drawingml/2006/main">
              <a:ext uri="{FF2B5EF4-FFF2-40B4-BE49-F238E27FC236}">
                <a16:creationId xmlns:a16="http://schemas.microsoft.com/office/drawing/2014/main" id="{9C423A18-C5FE-4157-9982-8299A16A76C7}"/>
              </a:ext>
            </a:extLst>
          </p:cNvPr>
          <p:cNvSpPr>
            <a:spLocks xmlns:a="http://schemas.openxmlformats.org/drawingml/2006/main" noGrp="1"/>
          </p:cNvSpPr>
          <p:nvPr/>
        </p:nvSpPr>
        <p:spPr>
          <a:xfrm xmlns:a="http://schemas.openxmlformats.org/drawingml/2006/main">
            <a:off x="628650" y="971550"/>
            <a:ext cx="109347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425" b="0">
                <a:solidFill>
                  <a:srgbClr val="59677A"/>
                </a:solidFill>
              </a:defRPr>
            </a:defPPr>
            <a:lvl1pPr algn="l">
              <a:defRPr sz="1425" b="0">
                <a:solidFill>
                  <a:srgbClr val="59677A"/>
                </a:solidFill>
              </a:defRPr>
            </a:lvl1pPr>
            <a:lvl2pPr algn="l">
              <a:defRPr sz="1425" b="0">
                <a:solidFill>
                  <a:srgbClr val="59677A"/>
                </a:solidFill>
              </a:defRPr>
            </a:lvl2pPr>
            <a:lvl3pPr algn="l">
              <a:defRPr sz="1425" b="0">
                <a:solidFill>
                  <a:srgbClr val="59677A"/>
                </a:solidFill>
              </a:defRPr>
            </a:lvl3pPr>
            <a:lvl4pPr algn="l">
              <a:defRPr sz="1425" b="0">
                <a:solidFill>
                  <a:srgbClr val="59677A"/>
                </a:solidFill>
              </a:defRPr>
            </a:lvl4pPr>
            <a:lvl5pPr algn="l">
              <a:defRPr sz="1425" b="0">
                <a:solidFill>
                  <a:srgbClr val="59677A"/>
                </a:solidFill>
              </a:defRPr>
            </a:lvl5pPr>
            <a:lvl6pPr algn="l">
              <a:defRPr sz="1425" b="0">
                <a:solidFill>
                  <a:srgbClr val="59677A"/>
                </a:solidFill>
              </a:defRPr>
            </a:lvl6pPr>
            <a:lvl7pPr algn="l">
              <a:defRPr sz="1425" b="0">
                <a:solidFill>
                  <a:srgbClr val="59677A"/>
                </a:solidFill>
              </a:defRPr>
            </a:lvl7pPr>
            <a:lvl8pPr algn="l">
              <a:defRPr sz="1425" b="0">
                <a:solidFill>
                  <a:srgbClr val="59677A"/>
                </a:solidFill>
              </a:defRPr>
            </a:lvl8pPr>
            <a:lvl9pPr algn="l">
              <a:defRPr sz="1425" b="0">
                <a:solidFill>
                  <a:srgbClr val="59677A"/>
                </a:solidFill>
              </a:defRPr>
            </a:lvl9pPr>
          </a:lstStyle>
          <a:p xmlns:a="http://schemas.openxmlformats.org/drawingml/2006/main">
            <a:pPr algn="l">
              <a:defRPr sz="1425" b="0">
                <a:solidFill>
                  <a:srgbClr val="59677A"/>
                </a:solidFill>
              </a:defRPr>
            </a:pPr>
            <a:r>
              <a:rPr sz="1425" b="0">
                <a:solidFill>
                  <a:srgbClr val="59677A"/>
                </a:solidFill>
              </a:rPr>
              <a:t>The result stays useful, accessible, and honest about uncertainty.</a:t>
            </a:r>
          </a:p>
        </p:txBody>
      </p:sp>
      <p:sp>
        <p:nvSpPr>
          <p:cNvPr id="4" name="">
            <a:extLst xmlns:a="http://schemas.openxmlformats.org/drawingml/2006/main">
              <a:ext uri="{FF2B5EF4-FFF2-40B4-BE49-F238E27FC236}">
                <a16:creationId xmlns:a16="http://schemas.microsoft.com/office/drawing/2014/main" id="{0215D009-0F23-49A9-A2E3-55AD7AAFE3D7}"/>
              </a:ext>
            </a:extLst>
          </p:cNvPr>
          <p:cNvSpPr>
            <a:spLocks xmlns:a="http://schemas.openxmlformats.org/drawingml/2006/main" noGrp="1"/>
          </p:cNvSpPr>
          <p:nvPr/>
        </p:nvSpPr>
        <p:spPr>
          <a:xfrm xmlns:a="http://schemas.openxmlformats.org/drawingml/2006/main">
            <a:off x="10858500" y="6429375"/>
            <a:ext cx="666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r">
              <a:defRPr sz="750" b="0">
                <a:solidFill>
                  <a:srgbClr val="7D817F"/>
                </a:solidFill>
              </a:defRPr>
            </a:defPPr>
            <a:lvl1pPr algn="r">
              <a:defRPr sz="750" b="0">
                <a:solidFill>
                  <a:srgbClr val="7D817F"/>
                </a:solidFill>
              </a:defRPr>
            </a:lvl1pPr>
            <a:lvl2pPr algn="r">
              <a:defRPr sz="750" b="0">
                <a:solidFill>
                  <a:srgbClr val="7D817F"/>
                </a:solidFill>
              </a:defRPr>
            </a:lvl2pPr>
            <a:lvl3pPr algn="r">
              <a:defRPr sz="750" b="0">
                <a:solidFill>
                  <a:srgbClr val="7D817F"/>
                </a:solidFill>
              </a:defRPr>
            </a:lvl3pPr>
            <a:lvl4pPr algn="r">
              <a:defRPr sz="750" b="0">
                <a:solidFill>
                  <a:srgbClr val="7D817F"/>
                </a:solidFill>
              </a:defRPr>
            </a:lvl4pPr>
            <a:lvl5pPr algn="r">
              <a:defRPr sz="750" b="0">
                <a:solidFill>
                  <a:srgbClr val="7D817F"/>
                </a:solidFill>
              </a:defRPr>
            </a:lvl5pPr>
            <a:lvl6pPr algn="r">
              <a:defRPr sz="750" b="0">
                <a:solidFill>
                  <a:srgbClr val="7D817F"/>
                </a:solidFill>
              </a:defRPr>
            </a:lvl6pPr>
            <a:lvl7pPr algn="r">
              <a:defRPr sz="750" b="0">
                <a:solidFill>
                  <a:srgbClr val="7D817F"/>
                </a:solidFill>
              </a:defRPr>
            </a:lvl7pPr>
            <a:lvl8pPr algn="r">
              <a:defRPr sz="750" b="0">
                <a:solidFill>
                  <a:srgbClr val="7D817F"/>
                </a:solidFill>
              </a:defRPr>
            </a:lvl8pPr>
            <a:lvl9pPr algn="r">
              <a:defRPr sz="750" b="0">
                <a:solidFill>
                  <a:srgbClr val="7D817F"/>
                </a:solidFill>
              </a:defRPr>
            </a:lvl9pPr>
          </a:lstStyle>
          <a:p xmlns:a="http://schemas.openxmlformats.org/drawingml/2006/main">
            <a:pPr algn="r">
              <a:defRPr sz="750" b="0">
                <a:solidFill>
                  <a:srgbClr val="7D817F"/>
                </a:solidFill>
              </a:defRPr>
            </a:pPr>
            <a:r>
              <a:rPr sz="750" b="0">
                <a:solidFill>
                  <a:srgbClr val="7D817F"/>
                </a:solidFill>
              </a:rPr>
              <a:t>6</a:t>
            </a:r>
          </a:p>
        </p:txBody>
      </p:sp>
      <p:sp>
        <p:nvSpPr>
          <p:cNvPr id="5" name="">
            <a:extLst xmlns:a="http://schemas.openxmlformats.org/drawingml/2006/main">
              <a:ext uri="{FF2B5EF4-FFF2-40B4-BE49-F238E27FC236}">
                <a16:creationId xmlns:a16="http://schemas.microsoft.com/office/drawing/2014/main" id="{184128AC-EA22-4E03-8252-A9324405EDA2}"/>
              </a:ext>
            </a:extLst>
          </p:cNvPr>
          <p:cNvSpPr>
            <a:spLocks xmlns:a="http://schemas.openxmlformats.org/drawingml/2006/main" noGrp="1"/>
          </p:cNvSpPr>
          <p:nvPr/>
        </p:nvSpPr>
        <p:spPr>
          <a:xfrm xmlns:a="http://schemas.openxmlformats.org/drawingml/2006/main">
            <a:off x="628650" y="1752600"/>
            <a:ext cx="5143500" cy="1466850"/>
          </a:xfrm>
          <a:prstGeom xmlns:a="http://schemas.openxmlformats.org/drawingml/2006/main" prst="roundRect">
            <a:avLst>
              <a:gd name="adj" fmla="val 5195"/>
            </a:avLst>
          </a:prstGeom>
          <a:solidFill xmlns:a="http://schemas.openxmlformats.org/drawingml/2006/main">
            <a:srgbClr val="FFFDFC"/>
          </a:solidFill>
          <a:ln xmlns:a="http://schemas.openxmlformats.org/drawingml/2006/main" w="9525">
            <a:solidFill>
              <a:srgbClr val="D8D3CA"/>
            </a:solidFill>
            <a:prstDash val="solid"/>
          </a:ln>
        </p:spPr>
      </p:sp>
      <p:sp>
        <p:nvSpPr>
          <p:cNvPr id="6" name="">
            <a:extLst xmlns:a="http://schemas.openxmlformats.org/drawingml/2006/main">
              <a:ext uri="{FF2B5EF4-FFF2-40B4-BE49-F238E27FC236}">
                <a16:creationId xmlns:a16="http://schemas.microsoft.com/office/drawing/2014/main" id="{FC9B4567-8355-42EE-BA70-F83AA0F79906}"/>
              </a:ext>
            </a:extLst>
          </p:cNvPr>
          <p:cNvSpPr>
            <a:spLocks xmlns:a="http://schemas.openxmlformats.org/drawingml/2006/main" noGrp="1"/>
          </p:cNvSpPr>
          <p:nvPr/>
        </p:nvSpPr>
        <p:spPr>
          <a:xfrm xmlns:a="http://schemas.openxmlformats.org/drawingml/2006/main">
            <a:off x="628650" y="1752600"/>
            <a:ext cx="76200" cy="1466850"/>
          </a:xfrm>
          <a:prstGeom xmlns:a="http://schemas.openxmlformats.org/drawingml/2006/main" prst="rect">
            <a:avLst/>
          </a:prstGeom>
          <a:solidFill xmlns:a="http://schemas.openxmlformats.org/drawingml/2006/main">
            <a:srgbClr val="1E5D78"/>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EC15F30C-77A5-4862-BC57-5AA8B1EC6895}"/>
              </a:ext>
            </a:extLst>
          </p:cNvPr>
          <p:cNvSpPr>
            <a:spLocks xmlns:a="http://schemas.openxmlformats.org/drawingml/2006/main" noGrp="1"/>
          </p:cNvSpPr>
          <p:nvPr/>
        </p:nvSpPr>
        <p:spPr>
          <a:xfrm xmlns:a="http://schemas.openxmlformats.org/drawingml/2006/main">
            <a:off x="895350" y="1924050"/>
            <a:ext cx="4648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275" b="1">
                <a:solidFill>
                  <a:srgbClr val="1E5D78"/>
                </a:solidFill>
              </a:defRPr>
            </a:defPPr>
            <a:lvl1pPr algn="l">
              <a:defRPr sz="1275" b="1">
                <a:solidFill>
                  <a:srgbClr val="1E5D78"/>
                </a:solidFill>
              </a:defRPr>
            </a:lvl1pPr>
            <a:lvl2pPr algn="l">
              <a:defRPr sz="1275" b="1">
                <a:solidFill>
                  <a:srgbClr val="1E5D78"/>
                </a:solidFill>
              </a:defRPr>
            </a:lvl2pPr>
            <a:lvl3pPr algn="l">
              <a:defRPr sz="1275" b="1">
                <a:solidFill>
                  <a:srgbClr val="1E5D78"/>
                </a:solidFill>
              </a:defRPr>
            </a:lvl3pPr>
            <a:lvl4pPr algn="l">
              <a:defRPr sz="1275" b="1">
                <a:solidFill>
                  <a:srgbClr val="1E5D78"/>
                </a:solidFill>
              </a:defRPr>
            </a:lvl4pPr>
            <a:lvl5pPr algn="l">
              <a:defRPr sz="1275" b="1">
                <a:solidFill>
                  <a:srgbClr val="1E5D78"/>
                </a:solidFill>
              </a:defRPr>
            </a:lvl5pPr>
            <a:lvl6pPr algn="l">
              <a:defRPr sz="1275" b="1">
                <a:solidFill>
                  <a:srgbClr val="1E5D78"/>
                </a:solidFill>
              </a:defRPr>
            </a:lvl6pPr>
            <a:lvl7pPr algn="l">
              <a:defRPr sz="1275" b="1">
                <a:solidFill>
                  <a:srgbClr val="1E5D78"/>
                </a:solidFill>
              </a:defRPr>
            </a:lvl7pPr>
            <a:lvl8pPr algn="l">
              <a:defRPr sz="1275" b="1">
                <a:solidFill>
                  <a:srgbClr val="1E5D78"/>
                </a:solidFill>
              </a:defRPr>
            </a:lvl8pPr>
            <a:lvl9pPr algn="l">
              <a:defRPr sz="1275" b="1">
                <a:solidFill>
                  <a:srgbClr val="1E5D78"/>
                </a:solidFill>
              </a:defRPr>
            </a:lvl9pPr>
          </a:lstStyle>
          <a:p xmlns:a="http://schemas.openxmlformats.org/drawingml/2006/main">
            <a:pPr algn="l">
              <a:defRPr sz="1275" b="1">
                <a:solidFill>
                  <a:srgbClr val="1E5D78"/>
                </a:solidFill>
              </a:defRPr>
            </a:pPr>
            <a:r>
              <a:rPr sz="1275" b="1">
                <a:solidFill>
                  <a:srgbClr val="1E5D78"/>
                </a:solidFill>
              </a:rPr>
              <a:t>CONSISTENCY</a:t>
            </a:r>
          </a:p>
        </p:txBody>
      </p:sp>
      <p:sp>
        <p:nvSpPr>
          <p:cNvPr id="8" name="">
            <a:extLst xmlns:a="http://schemas.openxmlformats.org/drawingml/2006/main">
              <a:ext uri="{FF2B5EF4-FFF2-40B4-BE49-F238E27FC236}">
                <a16:creationId xmlns:a16="http://schemas.microsoft.com/office/drawing/2014/main" id="{CE38AB5B-E5DD-4000-8841-E26279B99D55}"/>
              </a:ext>
            </a:extLst>
          </p:cNvPr>
          <p:cNvSpPr>
            <a:spLocks xmlns:a="http://schemas.openxmlformats.org/drawingml/2006/main" noGrp="1"/>
          </p:cNvSpPr>
          <p:nvPr/>
        </p:nvSpPr>
        <p:spPr>
          <a:xfrm xmlns:a="http://schemas.openxmlformats.org/drawingml/2006/main">
            <a:off x="895350" y="2266950"/>
            <a:ext cx="46482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350" b="0">
                <a:solidFill>
                  <a:srgbClr val="2C3E50"/>
                </a:solidFill>
              </a:defRPr>
            </a:defPPr>
            <a:lvl1pPr algn="l">
              <a:defRPr sz="1350" b="0">
                <a:solidFill>
                  <a:srgbClr val="2C3E50"/>
                </a:solidFill>
              </a:defRPr>
            </a:lvl1pPr>
            <a:lvl2pPr algn="l">
              <a:defRPr sz="1350" b="0">
                <a:solidFill>
                  <a:srgbClr val="2C3E50"/>
                </a:solidFill>
              </a:defRPr>
            </a:lvl2pPr>
            <a:lvl3pPr algn="l">
              <a:defRPr sz="1350" b="0">
                <a:solidFill>
                  <a:srgbClr val="2C3E50"/>
                </a:solidFill>
              </a:defRPr>
            </a:lvl3pPr>
            <a:lvl4pPr algn="l">
              <a:defRPr sz="1350" b="0">
                <a:solidFill>
                  <a:srgbClr val="2C3E50"/>
                </a:solidFill>
              </a:defRPr>
            </a:lvl4pPr>
            <a:lvl5pPr algn="l">
              <a:defRPr sz="1350" b="0">
                <a:solidFill>
                  <a:srgbClr val="2C3E50"/>
                </a:solidFill>
              </a:defRPr>
            </a:lvl5pPr>
            <a:lvl6pPr algn="l">
              <a:defRPr sz="1350" b="0">
                <a:solidFill>
                  <a:srgbClr val="2C3E50"/>
                </a:solidFill>
              </a:defRPr>
            </a:lvl6pPr>
            <a:lvl7pPr algn="l">
              <a:defRPr sz="1350" b="0">
                <a:solidFill>
                  <a:srgbClr val="2C3E50"/>
                </a:solidFill>
              </a:defRPr>
            </a:lvl7pPr>
            <a:lvl8pPr algn="l">
              <a:defRPr sz="1350" b="0">
                <a:solidFill>
                  <a:srgbClr val="2C3E50"/>
                </a:solidFill>
              </a:defRPr>
            </a:lvl8pPr>
            <a:lvl9pPr algn="l">
              <a:defRPr sz="1350" b="0">
                <a:solidFill>
                  <a:srgbClr val="2C3E50"/>
                </a:solidFill>
              </a:defRPr>
            </a:lvl9pPr>
          </a:lstStyle>
          <a:p xmlns:a="http://schemas.openxmlformats.org/drawingml/2006/main">
            <a:pPr algn="l">
              <a:defRPr sz="1350" b="0">
                <a:solidFill>
                  <a:srgbClr val="2C3E50"/>
                </a:solidFill>
              </a:defRPr>
            </a:pPr>
            <a:r>
              <a:rPr sz="1350" b="0">
                <a:solidFill>
                  <a:srgbClr val="2C3E50"/>
                </a:solidFill>
              </a:rPr>
              <a:t>AI proposes 1-15 points.</a:t>
            </a:r>
          </a:p>
          <a:p xmlns:a="http://schemas.openxmlformats.org/drawingml/2006/main">
            <a:pPr algn="l">
              <a:defRPr sz="1350" b="0">
                <a:solidFill>
                  <a:srgbClr val="2C3E50"/>
                </a:solidFill>
              </a:defRPr>
            </a:pPr>
            <a:r>
              <a:rPr sz="1350" b="0">
                <a:solidFill>
                  <a:srgbClr val="2C3E50"/>
                </a:solidFill>
              </a:rPr>
              <a:t>Python clamps values, applies tested fallbacks, and caps the room at 100.</a:t>
            </a:r>
          </a:p>
        </p:txBody>
      </p:sp>
      <p:sp>
        <p:nvSpPr>
          <p:cNvPr id="9" name="">
            <a:extLst xmlns:a="http://schemas.openxmlformats.org/drawingml/2006/main">
              <a:ext uri="{FF2B5EF4-FFF2-40B4-BE49-F238E27FC236}">
                <a16:creationId xmlns:a16="http://schemas.microsoft.com/office/drawing/2014/main" id="{7F548866-220C-4102-B61C-6DD7A76BDC71}"/>
              </a:ext>
            </a:extLst>
          </p:cNvPr>
          <p:cNvSpPr>
            <a:spLocks xmlns:a="http://schemas.openxmlformats.org/drawingml/2006/main" noGrp="1"/>
          </p:cNvSpPr>
          <p:nvPr/>
        </p:nvSpPr>
        <p:spPr>
          <a:xfrm xmlns:a="http://schemas.openxmlformats.org/drawingml/2006/main">
            <a:off x="6096000" y="1752600"/>
            <a:ext cx="5143500" cy="1466850"/>
          </a:xfrm>
          <a:prstGeom xmlns:a="http://schemas.openxmlformats.org/drawingml/2006/main" prst="roundRect">
            <a:avLst>
              <a:gd name="adj" fmla="val 5195"/>
            </a:avLst>
          </a:prstGeom>
          <a:solidFill xmlns:a="http://schemas.openxmlformats.org/drawingml/2006/main">
            <a:srgbClr val="FFFDFC"/>
          </a:solidFill>
          <a:ln xmlns:a="http://schemas.openxmlformats.org/drawingml/2006/main" w="9525">
            <a:solidFill>
              <a:srgbClr val="D8D3CA"/>
            </a:solidFill>
            <a:prstDash val="solid"/>
          </a:ln>
        </p:spPr>
      </p:sp>
      <p:sp>
        <p:nvSpPr>
          <p:cNvPr id="10" name="">
            <a:extLst xmlns:a="http://schemas.openxmlformats.org/drawingml/2006/main">
              <a:ext uri="{FF2B5EF4-FFF2-40B4-BE49-F238E27FC236}">
                <a16:creationId xmlns:a16="http://schemas.microsoft.com/office/drawing/2014/main" id="{E0D3F2CD-EACE-46B9-8F91-BC7D57B4EA28}"/>
              </a:ext>
            </a:extLst>
          </p:cNvPr>
          <p:cNvSpPr>
            <a:spLocks xmlns:a="http://schemas.openxmlformats.org/drawingml/2006/main" noGrp="1"/>
          </p:cNvSpPr>
          <p:nvPr/>
        </p:nvSpPr>
        <p:spPr>
          <a:xfrm xmlns:a="http://schemas.openxmlformats.org/drawingml/2006/main">
            <a:off x="6096000" y="1752600"/>
            <a:ext cx="76200" cy="1466850"/>
          </a:xfrm>
          <a:prstGeom xmlns:a="http://schemas.openxmlformats.org/drawingml/2006/main" prst="rect">
            <a:avLst/>
          </a:prstGeom>
          <a:solidFill xmlns:a="http://schemas.openxmlformats.org/drawingml/2006/main">
            <a:srgbClr val="2F7D68"/>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9C0E8124-58DF-41E9-BB49-1B91BD3B857D}"/>
              </a:ext>
            </a:extLst>
          </p:cNvPr>
          <p:cNvSpPr>
            <a:spLocks xmlns:a="http://schemas.openxmlformats.org/drawingml/2006/main" noGrp="1"/>
          </p:cNvSpPr>
          <p:nvPr/>
        </p:nvSpPr>
        <p:spPr>
          <a:xfrm xmlns:a="http://schemas.openxmlformats.org/drawingml/2006/main">
            <a:off x="6362700" y="1924050"/>
            <a:ext cx="4648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275" b="1">
                <a:solidFill>
                  <a:srgbClr val="2F7D68"/>
                </a:solidFill>
              </a:defRPr>
            </a:defPPr>
            <a:lvl1pPr algn="l">
              <a:defRPr sz="1275" b="1">
                <a:solidFill>
                  <a:srgbClr val="2F7D68"/>
                </a:solidFill>
              </a:defRPr>
            </a:lvl1pPr>
            <a:lvl2pPr algn="l">
              <a:defRPr sz="1275" b="1">
                <a:solidFill>
                  <a:srgbClr val="2F7D68"/>
                </a:solidFill>
              </a:defRPr>
            </a:lvl2pPr>
            <a:lvl3pPr algn="l">
              <a:defRPr sz="1275" b="1">
                <a:solidFill>
                  <a:srgbClr val="2F7D68"/>
                </a:solidFill>
              </a:defRPr>
            </a:lvl3pPr>
            <a:lvl4pPr algn="l">
              <a:defRPr sz="1275" b="1">
                <a:solidFill>
                  <a:srgbClr val="2F7D68"/>
                </a:solidFill>
              </a:defRPr>
            </a:lvl4pPr>
            <a:lvl5pPr algn="l">
              <a:defRPr sz="1275" b="1">
                <a:solidFill>
                  <a:srgbClr val="2F7D68"/>
                </a:solidFill>
              </a:defRPr>
            </a:lvl5pPr>
            <a:lvl6pPr algn="l">
              <a:defRPr sz="1275" b="1">
                <a:solidFill>
                  <a:srgbClr val="2F7D68"/>
                </a:solidFill>
              </a:defRPr>
            </a:lvl6pPr>
            <a:lvl7pPr algn="l">
              <a:defRPr sz="1275" b="1">
                <a:solidFill>
                  <a:srgbClr val="2F7D68"/>
                </a:solidFill>
              </a:defRPr>
            </a:lvl7pPr>
            <a:lvl8pPr algn="l">
              <a:defRPr sz="1275" b="1">
                <a:solidFill>
                  <a:srgbClr val="2F7D68"/>
                </a:solidFill>
              </a:defRPr>
            </a:lvl8pPr>
            <a:lvl9pPr algn="l">
              <a:defRPr sz="1275" b="1">
                <a:solidFill>
                  <a:srgbClr val="2F7D68"/>
                </a:solidFill>
              </a:defRPr>
            </a:lvl9pPr>
          </a:lstStyle>
          <a:p xmlns:a="http://schemas.openxmlformats.org/drawingml/2006/main">
            <a:pPr algn="l">
              <a:defRPr sz="1275" b="1">
                <a:solidFill>
                  <a:srgbClr val="2F7D68"/>
                </a:solidFill>
              </a:defRPr>
            </a:pPr>
            <a:r>
              <a:rPr sz="1275" b="1">
                <a:solidFill>
                  <a:srgbClr val="2F7D68"/>
                </a:solidFill>
              </a:rPr>
              <a:t>UNCERTAINTY</a:t>
            </a:r>
          </a:p>
        </p:txBody>
      </p:sp>
      <p:sp>
        <p:nvSpPr>
          <p:cNvPr id="12" name="">
            <a:extLst xmlns:a="http://schemas.openxmlformats.org/drawingml/2006/main">
              <a:ext uri="{FF2B5EF4-FFF2-40B4-BE49-F238E27FC236}">
                <a16:creationId xmlns:a16="http://schemas.microsoft.com/office/drawing/2014/main" id="{6DDAB019-25C9-4400-B433-C8A5DCD8DF9C}"/>
              </a:ext>
            </a:extLst>
          </p:cNvPr>
          <p:cNvSpPr>
            <a:spLocks xmlns:a="http://schemas.openxmlformats.org/drawingml/2006/main" noGrp="1"/>
          </p:cNvSpPr>
          <p:nvPr/>
        </p:nvSpPr>
        <p:spPr>
          <a:xfrm xmlns:a="http://schemas.openxmlformats.org/drawingml/2006/main">
            <a:off x="6362700" y="2266950"/>
            <a:ext cx="46482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350" b="0">
                <a:solidFill>
                  <a:srgbClr val="2C3E50"/>
                </a:solidFill>
              </a:defRPr>
            </a:defPPr>
            <a:lvl1pPr algn="l">
              <a:defRPr sz="1350" b="0">
                <a:solidFill>
                  <a:srgbClr val="2C3E50"/>
                </a:solidFill>
              </a:defRPr>
            </a:lvl1pPr>
            <a:lvl2pPr algn="l">
              <a:defRPr sz="1350" b="0">
                <a:solidFill>
                  <a:srgbClr val="2C3E50"/>
                </a:solidFill>
              </a:defRPr>
            </a:lvl2pPr>
            <a:lvl3pPr algn="l">
              <a:defRPr sz="1350" b="0">
                <a:solidFill>
                  <a:srgbClr val="2C3E50"/>
                </a:solidFill>
              </a:defRPr>
            </a:lvl3pPr>
            <a:lvl4pPr algn="l">
              <a:defRPr sz="1350" b="0">
                <a:solidFill>
                  <a:srgbClr val="2C3E50"/>
                </a:solidFill>
              </a:defRPr>
            </a:lvl4pPr>
            <a:lvl5pPr algn="l">
              <a:defRPr sz="1350" b="0">
                <a:solidFill>
                  <a:srgbClr val="2C3E50"/>
                </a:solidFill>
              </a:defRPr>
            </a:lvl5pPr>
            <a:lvl6pPr algn="l">
              <a:defRPr sz="1350" b="0">
                <a:solidFill>
                  <a:srgbClr val="2C3E50"/>
                </a:solidFill>
              </a:defRPr>
            </a:lvl6pPr>
            <a:lvl7pPr algn="l">
              <a:defRPr sz="1350" b="0">
                <a:solidFill>
                  <a:srgbClr val="2C3E50"/>
                </a:solidFill>
              </a:defRPr>
            </a:lvl7pPr>
            <a:lvl8pPr algn="l">
              <a:defRPr sz="1350" b="0">
                <a:solidFill>
                  <a:srgbClr val="2C3E50"/>
                </a:solidFill>
              </a:defRPr>
            </a:lvl8pPr>
            <a:lvl9pPr algn="l">
              <a:defRPr sz="1350" b="0">
                <a:solidFill>
                  <a:srgbClr val="2C3E50"/>
                </a:solidFill>
              </a:defRPr>
            </a:lvl9pPr>
          </a:lstStyle>
          <a:p xmlns:a="http://schemas.openxmlformats.org/drawingml/2006/main">
            <a:pPr algn="l">
              <a:defRPr sz="1350" b="0">
                <a:solidFill>
                  <a:srgbClr val="2C3E50"/>
                </a:solidFill>
              </a:defRPr>
            </a:pPr>
            <a:r>
              <a:rPr sz="1350" b="0">
                <a:solidFill>
                  <a:srgbClr val="2C3E50"/>
                </a:solidFill>
              </a:rPr>
              <a:t>The model does not guess hidden facts.</a:t>
            </a:r>
          </a:p>
          <a:p xmlns:a="http://schemas.openxmlformats.org/drawingml/2006/main">
            <a:pPr algn="l">
              <a:defRPr sz="1350" b="0">
                <a:solidFill>
                  <a:srgbClr val="2C3E50"/>
                </a:solidFill>
              </a:defRPr>
            </a:pPr>
            <a:r>
              <a:rPr sz="1350" b="0">
                <a:solidFill>
                  <a:srgbClr val="2C3E50"/>
                </a:solidFill>
              </a:rPr>
              <a:t>It turns important unknowns into simple follow-up questions.</a:t>
            </a:r>
          </a:p>
        </p:txBody>
      </p:sp>
      <p:sp>
        <p:nvSpPr>
          <p:cNvPr id="13" name="">
            <a:extLst xmlns:a="http://schemas.openxmlformats.org/drawingml/2006/main">
              <a:ext uri="{FF2B5EF4-FFF2-40B4-BE49-F238E27FC236}">
                <a16:creationId xmlns:a16="http://schemas.microsoft.com/office/drawing/2014/main" id="{DA666CD8-3D34-4825-9012-37A69DF6DCE6}"/>
              </a:ext>
            </a:extLst>
          </p:cNvPr>
          <p:cNvSpPr>
            <a:spLocks xmlns:a="http://schemas.openxmlformats.org/drawingml/2006/main" noGrp="1"/>
          </p:cNvSpPr>
          <p:nvPr/>
        </p:nvSpPr>
        <p:spPr>
          <a:xfrm xmlns:a="http://schemas.openxmlformats.org/drawingml/2006/main">
            <a:off x="628650" y="3562350"/>
            <a:ext cx="5143500" cy="1466850"/>
          </a:xfrm>
          <a:prstGeom xmlns:a="http://schemas.openxmlformats.org/drawingml/2006/main" prst="roundRect">
            <a:avLst>
              <a:gd name="adj" fmla="val 5195"/>
            </a:avLst>
          </a:prstGeom>
          <a:solidFill xmlns:a="http://schemas.openxmlformats.org/drawingml/2006/main">
            <a:srgbClr val="FFFDFC"/>
          </a:solidFill>
          <a:ln xmlns:a="http://schemas.openxmlformats.org/drawingml/2006/main" w="9525">
            <a:solidFill>
              <a:srgbClr val="D8D3CA"/>
            </a:solidFill>
            <a:prstDash val="solid"/>
          </a:ln>
        </p:spPr>
      </p:sp>
      <p:sp>
        <p:nvSpPr>
          <p:cNvPr id="14" name="">
            <a:extLst xmlns:a="http://schemas.openxmlformats.org/drawingml/2006/main">
              <a:ext uri="{FF2B5EF4-FFF2-40B4-BE49-F238E27FC236}">
                <a16:creationId xmlns:a16="http://schemas.microsoft.com/office/drawing/2014/main" id="{2A16291A-A0AA-4EC3-A53B-8F1A2BFB7782}"/>
              </a:ext>
            </a:extLst>
          </p:cNvPr>
          <p:cNvSpPr>
            <a:spLocks xmlns:a="http://schemas.openxmlformats.org/drawingml/2006/main" noGrp="1"/>
          </p:cNvSpPr>
          <p:nvPr/>
        </p:nvSpPr>
        <p:spPr>
          <a:xfrm xmlns:a="http://schemas.openxmlformats.org/drawingml/2006/main">
            <a:off x="628650" y="3562350"/>
            <a:ext cx="76200" cy="1466850"/>
          </a:xfrm>
          <a:prstGeom xmlns:a="http://schemas.openxmlformats.org/drawingml/2006/main" prst="rect">
            <a:avLst/>
          </a:prstGeom>
          <a:solidFill xmlns:a="http://schemas.openxmlformats.org/drawingml/2006/main">
            <a:srgbClr val="C9793A"/>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275931F3-33F1-41DC-B1BF-0F2637C653EB}"/>
              </a:ext>
            </a:extLst>
          </p:cNvPr>
          <p:cNvSpPr>
            <a:spLocks xmlns:a="http://schemas.openxmlformats.org/drawingml/2006/main" noGrp="1"/>
          </p:cNvSpPr>
          <p:nvPr/>
        </p:nvSpPr>
        <p:spPr>
          <a:xfrm xmlns:a="http://schemas.openxmlformats.org/drawingml/2006/main">
            <a:off x="895350" y="3733800"/>
            <a:ext cx="4648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275" b="1">
                <a:solidFill>
                  <a:srgbClr val="C9793A"/>
                </a:solidFill>
              </a:defRPr>
            </a:defPPr>
            <a:lvl1pPr algn="l">
              <a:defRPr sz="1275" b="1">
                <a:solidFill>
                  <a:srgbClr val="C9793A"/>
                </a:solidFill>
              </a:defRPr>
            </a:lvl1pPr>
            <a:lvl2pPr algn="l">
              <a:defRPr sz="1275" b="1">
                <a:solidFill>
                  <a:srgbClr val="C9793A"/>
                </a:solidFill>
              </a:defRPr>
            </a:lvl2pPr>
            <a:lvl3pPr algn="l">
              <a:defRPr sz="1275" b="1">
                <a:solidFill>
                  <a:srgbClr val="C9793A"/>
                </a:solidFill>
              </a:defRPr>
            </a:lvl3pPr>
            <a:lvl4pPr algn="l">
              <a:defRPr sz="1275" b="1">
                <a:solidFill>
                  <a:srgbClr val="C9793A"/>
                </a:solidFill>
              </a:defRPr>
            </a:lvl4pPr>
            <a:lvl5pPr algn="l">
              <a:defRPr sz="1275" b="1">
                <a:solidFill>
                  <a:srgbClr val="C9793A"/>
                </a:solidFill>
              </a:defRPr>
            </a:lvl5pPr>
            <a:lvl6pPr algn="l">
              <a:defRPr sz="1275" b="1">
                <a:solidFill>
                  <a:srgbClr val="C9793A"/>
                </a:solidFill>
              </a:defRPr>
            </a:lvl6pPr>
            <a:lvl7pPr algn="l">
              <a:defRPr sz="1275" b="1">
                <a:solidFill>
                  <a:srgbClr val="C9793A"/>
                </a:solidFill>
              </a:defRPr>
            </a:lvl7pPr>
            <a:lvl8pPr algn="l">
              <a:defRPr sz="1275" b="1">
                <a:solidFill>
                  <a:srgbClr val="C9793A"/>
                </a:solidFill>
              </a:defRPr>
            </a:lvl8pPr>
            <a:lvl9pPr algn="l">
              <a:defRPr sz="1275" b="1">
                <a:solidFill>
                  <a:srgbClr val="C9793A"/>
                </a:solidFill>
              </a:defRPr>
            </a:lvl9pPr>
          </a:lstStyle>
          <a:p xmlns:a="http://schemas.openxmlformats.org/drawingml/2006/main">
            <a:pPr algn="l">
              <a:defRPr sz="1275" b="1">
                <a:solidFill>
                  <a:srgbClr val="C9793A"/>
                </a:solidFill>
              </a:defRPr>
            </a:pPr>
            <a:r>
              <a:rPr sz="1275" b="1">
                <a:solidFill>
                  <a:srgbClr val="C9793A"/>
                </a:solidFill>
              </a:rPr>
              <a:t>ACTION</a:t>
            </a:r>
          </a:p>
        </p:txBody>
      </p:sp>
      <p:sp>
        <p:nvSpPr>
          <p:cNvPr id="16" name="">
            <a:extLst xmlns:a="http://schemas.openxmlformats.org/drawingml/2006/main">
              <a:ext uri="{FF2B5EF4-FFF2-40B4-BE49-F238E27FC236}">
                <a16:creationId xmlns:a16="http://schemas.microsoft.com/office/drawing/2014/main" id="{05E735D6-3479-4A27-B936-25681143A90C}"/>
              </a:ext>
            </a:extLst>
          </p:cNvPr>
          <p:cNvSpPr>
            <a:spLocks xmlns:a="http://schemas.openxmlformats.org/drawingml/2006/main" noGrp="1"/>
          </p:cNvSpPr>
          <p:nvPr/>
        </p:nvSpPr>
        <p:spPr>
          <a:xfrm xmlns:a="http://schemas.openxmlformats.org/drawingml/2006/main">
            <a:off x="895350" y="4076700"/>
            <a:ext cx="46482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350" b="0">
                <a:solidFill>
                  <a:srgbClr val="2C3E50"/>
                </a:solidFill>
              </a:defRPr>
            </a:defPPr>
            <a:lvl1pPr algn="l">
              <a:defRPr sz="1350" b="0">
                <a:solidFill>
                  <a:srgbClr val="2C3E50"/>
                </a:solidFill>
              </a:defRPr>
            </a:lvl1pPr>
            <a:lvl2pPr algn="l">
              <a:defRPr sz="1350" b="0">
                <a:solidFill>
                  <a:srgbClr val="2C3E50"/>
                </a:solidFill>
              </a:defRPr>
            </a:lvl2pPr>
            <a:lvl3pPr algn="l">
              <a:defRPr sz="1350" b="0">
                <a:solidFill>
                  <a:srgbClr val="2C3E50"/>
                </a:solidFill>
              </a:defRPr>
            </a:lvl3pPr>
            <a:lvl4pPr algn="l">
              <a:defRPr sz="1350" b="0">
                <a:solidFill>
                  <a:srgbClr val="2C3E50"/>
                </a:solidFill>
              </a:defRPr>
            </a:lvl4pPr>
            <a:lvl5pPr algn="l">
              <a:defRPr sz="1350" b="0">
                <a:solidFill>
                  <a:srgbClr val="2C3E50"/>
                </a:solidFill>
              </a:defRPr>
            </a:lvl5pPr>
            <a:lvl6pPr algn="l">
              <a:defRPr sz="1350" b="0">
                <a:solidFill>
                  <a:srgbClr val="2C3E50"/>
                </a:solidFill>
              </a:defRPr>
            </a:lvl6pPr>
            <a:lvl7pPr algn="l">
              <a:defRPr sz="1350" b="0">
                <a:solidFill>
                  <a:srgbClr val="2C3E50"/>
                </a:solidFill>
              </a:defRPr>
            </a:lvl7pPr>
            <a:lvl8pPr algn="l">
              <a:defRPr sz="1350" b="0">
                <a:solidFill>
                  <a:srgbClr val="2C3E50"/>
                </a:solidFill>
              </a:defRPr>
            </a:lvl8pPr>
            <a:lvl9pPr algn="l">
              <a:defRPr sz="1350" b="0">
                <a:solidFill>
                  <a:srgbClr val="2C3E50"/>
                </a:solidFill>
              </a:defRPr>
            </a:lvl9pPr>
          </a:lstStyle>
          <a:p xmlns:a="http://schemas.openxmlformats.org/drawingml/2006/main">
            <a:pPr algn="l">
              <a:defRPr sz="1350" b="0">
                <a:solidFill>
                  <a:srgbClr val="2C3E50"/>
                </a:solidFill>
              </a:defRPr>
            </a:pPr>
            <a:r>
              <a:rPr sz="1350" b="0">
                <a:solidFill>
                  <a:srgbClr val="2C3E50"/>
                </a:solidFill>
              </a:rPr>
              <a:t>Results become three prioritized fixes,</a:t>
            </a:r>
          </a:p>
          <a:p xmlns:a="http://schemas.openxmlformats.org/drawingml/2006/main">
            <a:pPr algn="l">
              <a:defRPr sz="1350" b="0">
                <a:solidFill>
                  <a:srgbClr val="2C3E50"/>
                </a:solidFill>
              </a:defRPr>
            </a:pPr>
            <a:r>
              <a:rPr sz="1350" b="0">
                <a:solidFill>
                  <a:srgbClr val="2C3E50"/>
                </a:solidFill>
              </a:rPr>
              <a:t>impact estimates, and before/after comparisons.</a:t>
            </a:r>
          </a:p>
        </p:txBody>
      </p:sp>
      <p:sp>
        <p:nvSpPr>
          <p:cNvPr id="17" name="">
            <a:extLst xmlns:a="http://schemas.openxmlformats.org/drawingml/2006/main">
              <a:ext uri="{FF2B5EF4-FFF2-40B4-BE49-F238E27FC236}">
                <a16:creationId xmlns:a16="http://schemas.microsoft.com/office/drawing/2014/main" id="{8360A0E7-6E8F-4921-996F-5AE914EFB47C}"/>
              </a:ext>
            </a:extLst>
          </p:cNvPr>
          <p:cNvSpPr>
            <a:spLocks xmlns:a="http://schemas.openxmlformats.org/drawingml/2006/main" noGrp="1"/>
          </p:cNvSpPr>
          <p:nvPr/>
        </p:nvSpPr>
        <p:spPr>
          <a:xfrm xmlns:a="http://schemas.openxmlformats.org/drawingml/2006/main">
            <a:off x="6096000" y="3562350"/>
            <a:ext cx="5143500" cy="1466850"/>
          </a:xfrm>
          <a:prstGeom xmlns:a="http://schemas.openxmlformats.org/drawingml/2006/main" prst="roundRect">
            <a:avLst>
              <a:gd name="adj" fmla="val 5195"/>
            </a:avLst>
          </a:prstGeom>
          <a:solidFill xmlns:a="http://schemas.openxmlformats.org/drawingml/2006/main">
            <a:srgbClr val="FFFDFC"/>
          </a:solidFill>
          <a:ln xmlns:a="http://schemas.openxmlformats.org/drawingml/2006/main" w="9525">
            <a:solidFill>
              <a:srgbClr val="D8D3CA"/>
            </a:solidFill>
            <a:prstDash val="solid"/>
          </a:ln>
        </p:spPr>
      </p:sp>
      <p:sp>
        <p:nvSpPr>
          <p:cNvPr id="18" name="">
            <a:extLst xmlns:a="http://schemas.openxmlformats.org/drawingml/2006/main">
              <a:ext uri="{FF2B5EF4-FFF2-40B4-BE49-F238E27FC236}">
                <a16:creationId xmlns:a16="http://schemas.microsoft.com/office/drawing/2014/main" id="{A0A78BCD-3414-44AE-BC06-4937761CC1D0}"/>
              </a:ext>
            </a:extLst>
          </p:cNvPr>
          <p:cNvSpPr>
            <a:spLocks xmlns:a="http://schemas.openxmlformats.org/drawingml/2006/main" noGrp="1"/>
          </p:cNvSpPr>
          <p:nvPr/>
        </p:nvSpPr>
        <p:spPr>
          <a:xfrm xmlns:a="http://schemas.openxmlformats.org/drawingml/2006/main">
            <a:off x="6096000" y="3562350"/>
            <a:ext cx="76200" cy="1466850"/>
          </a:xfrm>
          <a:prstGeom xmlns:a="http://schemas.openxmlformats.org/drawingml/2006/main" prst="rect">
            <a:avLst/>
          </a:prstGeom>
          <a:solidFill xmlns:a="http://schemas.openxmlformats.org/drawingml/2006/main">
            <a:srgbClr val="B75045"/>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2B219182-6ED5-41DE-B17F-D45EA16A1620}"/>
              </a:ext>
            </a:extLst>
          </p:cNvPr>
          <p:cNvSpPr>
            <a:spLocks xmlns:a="http://schemas.openxmlformats.org/drawingml/2006/main" noGrp="1"/>
          </p:cNvSpPr>
          <p:nvPr/>
        </p:nvSpPr>
        <p:spPr>
          <a:xfrm xmlns:a="http://schemas.openxmlformats.org/drawingml/2006/main">
            <a:off x="6362700" y="3733800"/>
            <a:ext cx="4648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275" b="1">
                <a:solidFill>
                  <a:srgbClr val="B75045"/>
                </a:solidFill>
              </a:defRPr>
            </a:defPPr>
            <a:lvl1pPr algn="l">
              <a:defRPr sz="1275" b="1">
                <a:solidFill>
                  <a:srgbClr val="B75045"/>
                </a:solidFill>
              </a:defRPr>
            </a:lvl1pPr>
            <a:lvl2pPr algn="l">
              <a:defRPr sz="1275" b="1">
                <a:solidFill>
                  <a:srgbClr val="B75045"/>
                </a:solidFill>
              </a:defRPr>
            </a:lvl2pPr>
            <a:lvl3pPr algn="l">
              <a:defRPr sz="1275" b="1">
                <a:solidFill>
                  <a:srgbClr val="B75045"/>
                </a:solidFill>
              </a:defRPr>
            </a:lvl3pPr>
            <a:lvl4pPr algn="l">
              <a:defRPr sz="1275" b="1">
                <a:solidFill>
                  <a:srgbClr val="B75045"/>
                </a:solidFill>
              </a:defRPr>
            </a:lvl4pPr>
            <a:lvl5pPr algn="l">
              <a:defRPr sz="1275" b="1">
                <a:solidFill>
                  <a:srgbClr val="B75045"/>
                </a:solidFill>
              </a:defRPr>
            </a:lvl5pPr>
            <a:lvl6pPr algn="l">
              <a:defRPr sz="1275" b="1">
                <a:solidFill>
                  <a:srgbClr val="B75045"/>
                </a:solidFill>
              </a:defRPr>
            </a:lvl6pPr>
            <a:lvl7pPr algn="l">
              <a:defRPr sz="1275" b="1">
                <a:solidFill>
                  <a:srgbClr val="B75045"/>
                </a:solidFill>
              </a:defRPr>
            </a:lvl7pPr>
            <a:lvl8pPr algn="l">
              <a:defRPr sz="1275" b="1">
                <a:solidFill>
                  <a:srgbClr val="B75045"/>
                </a:solidFill>
              </a:defRPr>
            </a:lvl8pPr>
            <a:lvl9pPr algn="l">
              <a:defRPr sz="1275" b="1">
                <a:solidFill>
                  <a:srgbClr val="B75045"/>
                </a:solidFill>
              </a:defRPr>
            </a:lvl9pPr>
          </a:lstStyle>
          <a:p xmlns:a="http://schemas.openxmlformats.org/drawingml/2006/main">
            <a:pPr algn="l">
              <a:defRPr sz="1275" b="1">
                <a:solidFill>
                  <a:srgbClr val="B75045"/>
                </a:solidFill>
              </a:defRPr>
            </a:pPr>
            <a:r>
              <a:rPr sz="1275" b="1">
                <a:solidFill>
                  <a:srgbClr val="B75045"/>
                </a:solidFill>
              </a:rPr>
              <a:t>ACCESS</a:t>
            </a:r>
          </a:p>
        </p:txBody>
      </p:sp>
      <p:sp>
        <p:nvSpPr>
          <p:cNvPr id="20" name="">
            <a:extLst xmlns:a="http://schemas.openxmlformats.org/drawingml/2006/main">
              <a:ext uri="{FF2B5EF4-FFF2-40B4-BE49-F238E27FC236}">
                <a16:creationId xmlns:a16="http://schemas.microsoft.com/office/drawing/2014/main" id="{5E6EE18F-7203-4291-828E-6AEDC3657A44}"/>
              </a:ext>
            </a:extLst>
          </p:cNvPr>
          <p:cNvSpPr>
            <a:spLocks xmlns:a="http://schemas.openxmlformats.org/drawingml/2006/main" noGrp="1"/>
          </p:cNvSpPr>
          <p:nvPr/>
        </p:nvSpPr>
        <p:spPr>
          <a:xfrm xmlns:a="http://schemas.openxmlformats.org/drawingml/2006/main">
            <a:off x="6362700" y="4076700"/>
            <a:ext cx="46482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350" b="0">
                <a:solidFill>
                  <a:srgbClr val="2C3E50"/>
                </a:solidFill>
              </a:defRPr>
            </a:defPPr>
            <a:lvl1pPr algn="l">
              <a:defRPr sz="1350" b="0">
                <a:solidFill>
                  <a:srgbClr val="2C3E50"/>
                </a:solidFill>
              </a:defRPr>
            </a:lvl1pPr>
            <a:lvl2pPr algn="l">
              <a:defRPr sz="1350" b="0">
                <a:solidFill>
                  <a:srgbClr val="2C3E50"/>
                </a:solidFill>
              </a:defRPr>
            </a:lvl2pPr>
            <a:lvl3pPr algn="l">
              <a:defRPr sz="1350" b="0">
                <a:solidFill>
                  <a:srgbClr val="2C3E50"/>
                </a:solidFill>
              </a:defRPr>
            </a:lvl3pPr>
            <a:lvl4pPr algn="l">
              <a:defRPr sz="1350" b="0">
                <a:solidFill>
                  <a:srgbClr val="2C3E50"/>
                </a:solidFill>
              </a:defRPr>
            </a:lvl4pPr>
            <a:lvl5pPr algn="l">
              <a:defRPr sz="1350" b="0">
                <a:solidFill>
                  <a:srgbClr val="2C3E50"/>
                </a:solidFill>
              </a:defRPr>
            </a:lvl5pPr>
            <a:lvl6pPr algn="l">
              <a:defRPr sz="1350" b="0">
                <a:solidFill>
                  <a:srgbClr val="2C3E50"/>
                </a:solidFill>
              </a:defRPr>
            </a:lvl6pPr>
            <a:lvl7pPr algn="l">
              <a:defRPr sz="1350" b="0">
                <a:solidFill>
                  <a:srgbClr val="2C3E50"/>
                </a:solidFill>
              </a:defRPr>
            </a:lvl7pPr>
            <a:lvl8pPr algn="l">
              <a:defRPr sz="1350" b="0">
                <a:solidFill>
                  <a:srgbClr val="2C3E50"/>
                </a:solidFill>
              </a:defRPr>
            </a:lvl8pPr>
            <a:lvl9pPr algn="l">
              <a:defRPr sz="1350" b="0">
                <a:solidFill>
                  <a:srgbClr val="2C3E50"/>
                </a:solidFill>
              </a:defRPr>
            </a:lvl9pPr>
          </a:lstStyle>
          <a:p xmlns:a="http://schemas.openxmlformats.org/drawingml/2006/main">
            <a:pPr algn="l">
              <a:defRPr sz="1350" b="0">
                <a:solidFill>
                  <a:srgbClr val="2C3E50"/>
                </a:solidFill>
              </a:defRPr>
            </a:pPr>
            <a:r>
              <a:rPr sz="1350" b="0">
                <a:solidFill>
                  <a:srgbClr val="2C3E50"/>
                </a:solidFill>
              </a:rPr>
              <a:t>Large controls, four color modes, Read Aloud, reduced motion, and a mobile-first layout.</a:t>
            </a:r>
          </a:p>
        </p:txBody>
      </p:sp>
      <p:sp>
        <p:nvSpPr>
          <p:cNvPr id="21" name="">
            <a:extLst xmlns:a="http://schemas.openxmlformats.org/drawingml/2006/main">
              <a:ext uri="{FF2B5EF4-FFF2-40B4-BE49-F238E27FC236}">
                <a16:creationId xmlns:a16="http://schemas.microsoft.com/office/drawing/2014/main" id="{FEE98E35-27D8-472F-A95E-5CD90B1FEA19}"/>
              </a:ext>
            </a:extLst>
          </p:cNvPr>
          <p:cNvSpPr>
            <a:spLocks xmlns:a="http://schemas.openxmlformats.org/drawingml/2006/main" noGrp="1"/>
          </p:cNvSpPr>
          <p:nvPr/>
        </p:nvSpPr>
        <p:spPr>
          <a:xfrm xmlns:a="http://schemas.openxmlformats.org/drawingml/2006/main">
            <a:off x="628650" y="5467350"/>
            <a:ext cx="8286750" cy="590550"/>
          </a:xfrm>
          <a:prstGeom xmlns:a="http://schemas.openxmlformats.org/drawingml/2006/main" prst="roundRect">
            <a:avLst>
              <a:gd name="adj" fmla="val 12903"/>
            </a:avLst>
          </a:prstGeom>
          <a:solidFill xmlns:a="http://schemas.openxmlformats.org/drawingml/2006/main">
            <a:srgbClr val="E3EEF1"/>
          </a:solidFill>
          <a:ln xmlns:a="http://schemas.openxmlformats.org/drawingml/2006/main" w="9525">
            <a:solidFill>
              <a:srgbClr val="1E5D78"/>
            </a:solidFill>
            <a:prstDash val="solid"/>
          </a:ln>
        </p:spPr>
      </p:sp>
      <p:sp>
        <p:nvSpPr>
          <p:cNvPr id="22" name="">
            <a:extLst xmlns:a="http://schemas.openxmlformats.org/drawingml/2006/main">
              <a:ext uri="{FF2B5EF4-FFF2-40B4-BE49-F238E27FC236}">
                <a16:creationId xmlns:a16="http://schemas.microsoft.com/office/drawing/2014/main" id="{7D3619AD-4A2E-44A4-BB03-9DB2194A2523}"/>
              </a:ext>
            </a:extLst>
          </p:cNvPr>
          <p:cNvSpPr>
            <a:spLocks xmlns:a="http://schemas.openxmlformats.org/drawingml/2006/main" noGrp="1"/>
          </p:cNvSpPr>
          <p:nvPr/>
        </p:nvSpPr>
        <p:spPr>
          <a:xfrm xmlns:a="http://schemas.openxmlformats.org/drawingml/2006/main">
            <a:off x="838200" y="5562600"/>
            <a:ext cx="78676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275" b="1">
                <a:solidFill>
                  <a:srgbClr val="203247"/>
                </a:solidFill>
              </a:defRPr>
            </a:defPPr>
            <a:lvl1pPr algn="ctr">
              <a:defRPr sz="1275" b="1">
                <a:solidFill>
                  <a:srgbClr val="203247"/>
                </a:solidFill>
              </a:defRPr>
            </a:lvl1pPr>
            <a:lvl2pPr algn="ctr">
              <a:defRPr sz="1275" b="1">
                <a:solidFill>
                  <a:srgbClr val="203247"/>
                </a:solidFill>
              </a:defRPr>
            </a:lvl2pPr>
            <a:lvl3pPr algn="ctr">
              <a:defRPr sz="1275" b="1">
                <a:solidFill>
                  <a:srgbClr val="203247"/>
                </a:solidFill>
              </a:defRPr>
            </a:lvl3pPr>
            <a:lvl4pPr algn="ctr">
              <a:defRPr sz="1275" b="1">
                <a:solidFill>
                  <a:srgbClr val="203247"/>
                </a:solidFill>
              </a:defRPr>
            </a:lvl4pPr>
            <a:lvl5pPr algn="ctr">
              <a:defRPr sz="1275" b="1">
                <a:solidFill>
                  <a:srgbClr val="203247"/>
                </a:solidFill>
              </a:defRPr>
            </a:lvl5pPr>
            <a:lvl6pPr algn="ctr">
              <a:defRPr sz="1275" b="1">
                <a:solidFill>
                  <a:srgbClr val="203247"/>
                </a:solidFill>
              </a:defRPr>
            </a:lvl6pPr>
            <a:lvl7pPr algn="ctr">
              <a:defRPr sz="1275" b="1">
                <a:solidFill>
                  <a:srgbClr val="203247"/>
                </a:solidFill>
              </a:defRPr>
            </a:lvl7pPr>
            <a:lvl8pPr algn="ctr">
              <a:defRPr sz="1275" b="1">
                <a:solidFill>
                  <a:srgbClr val="203247"/>
                </a:solidFill>
              </a:defRPr>
            </a:lvl8pPr>
            <a:lvl9pPr algn="ctr">
              <a:defRPr sz="1275" b="1">
                <a:solidFill>
                  <a:srgbClr val="203247"/>
                </a:solidFill>
              </a:defRPr>
            </a:lvl9pPr>
          </a:lstStyle>
          <a:p xmlns:a="http://schemas.openxmlformats.org/drawingml/2006/main">
            <a:pPr algn="ctr">
              <a:defRPr sz="1275" b="1">
                <a:solidFill>
                  <a:srgbClr val="203247"/>
                </a:solidFill>
              </a:defRPr>
            </a:pPr>
            <a:r>
              <a:rPr sz="1275" b="1">
                <a:solidFill>
                  <a:srgbClr val="203247"/>
                </a:solidFill>
              </a:rPr>
              <a:t>SafeHome AI supports a caregiver or safety professional. It does not diagnose a person or guarantee safety.</a:t>
            </a:r>
          </a:p>
        </p:txBody>
      </p:sp>
      <p:pic>
        <p:nvPicPr>
          <p:cNvPr id="23" name="">
            <a:extLst xmlns:a="http://schemas.openxmlformats.org/drawingml/2006/main">
              <a:ext uri="{FF2B5EF4-FFF2-40B4-BE49-F238E27FC236}">
                <a16:creationId xmlns:a16="http://schemas.microsoft.com/office/drawing/2014/main" id="{54990848-5061-4414-9398-D410348C4B27}"/>
              </a:ext>
            </a:extLst>
          </p:cNvPr>
          <p:cNvPicPr>
            <a:picLocks xmlns:a="http://schemas.openxmlformats.org/drawingml/2006/main" noChangeAspect="1"/>
          </p:cNvPicPr>
          <p:nvPr/>
        </p:nvPicPr>
        <p:blipFill>
          <a:blip xmlns:r="http://schemas.openxmlformats.org/officeDocument/2006/relationships" xmlns:a="http://schemas.openxmlformats.org/drawingml/2006/main" r:embed="Rcbf7975dbf8b4327"/>
          <a:stretch xmlns:a="http://schemas.openxmlformats.org/drawingml/2006/main"/>
        </p:blipFill>
        <p:spPr>
          <a:xfrm xmlns:a="http://schemas.openxmlformats.org/drawingml/2006/main">
            <a:off x="9791700" y="5143500"/>
            <a:ext cx="1028700" cy="1028700"/>
          </a:xfrm>
          <a:prstGeom xmlns:a="http://schemas.openxmlformats.org/drawingml/2006/main" prst="rect">
            <a:avLst/>
          </a:prstGeom>
        </p:spPr>
      </p:pic>
      <p:sp>
        <p:nvSpPr>
          <p:cNvPr id="24" name="">
            <a:extLst xmlns:a="http://schemas.openxmlformats.org/drawingml/2006/main">
              <a:ext uri="{FF2B5EF4-FFF2-40B4-BE49-F238E27FC236}">
                <a16:creationId xmlns:a16="http://schemas.microsoft.com/office/drawing/2014/main" id="{1D8E2DEB-3671-4B29-AE9D-508FC334A2D4}"/>
              </a:ext>
            </a:extLst>
          </p:cNvPr>
          <p:cNvSpPr>
            <a:spLocks xmlns:a="http://schemas.openxmlformats.org/drawingml/2006/main" noGrp="1"/>
          </p:cNvSpPr>
          <p:nvPr/>
        </p:nvSpPr>
        <p:spPr>
          <a:xfrm xmlns:a="http://schemas.openxmlformats.org/drawingml/2006/main">
            <a:off x="9353550" y="6191250"/>
            <a:ext cx="1885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900" b="1">
                <a:solidFill>
                  <a:srgbClr val="1E5D78"/>
                </a:solidFill>
              </a:defRPr>
            </a:defPPr>
            <a:lvl1pPr algn="ctr">
              <a:defRPr sz="900" b="1">
                <a:solidFill>
                  <a:srgbClr val="1E5D78"/>
                </a:solidFill>
              </a:defRPr>
            </a:lvl1pPr>
            <a:lvl2pPr algn="ctr">
              <a:defRPr sz="900" b="1">
                <a:solidFill>
                  <a:srgbClr val="1E5D78"/>
                </a:solidFill>
              </a:defRPr>
            </a:lvl2pPr>
            <a:lvl3pPr algn="ctr">
              <a:defRPr sz="900" b="1">
                <a:solidFill>
                  <a:srgbClr val="1E5D78"/>
                </a:solidFill>
              </a:defRPr>
            </a:lvl3pPr>
            <a:lvl4pPr algn="ctr">
              <a:defRPr sz="900" b="1">
                <a:solidFill>
                  <a:srgbClr val="1E5D78"/>
                </a:solidFill>
              </a:defRPr>
            </a:lvl4pPr>
            <a:lvl5pPr algn="ctr">
              <a:defRPr sz="900" b="1">
                <a:solidFill>
                  <a:srgbClr val="1E5D78"/>
                </a:solidFill>
              </a:defRPr>
            </a:lvl5pPr>
            <a:lvl6pPr algn="ctr">
              <a:defRPr sz="900" b="1">
                <a:solidFill>
                  <a:srgbClr val="1E5D78"/>
                </a:solidFill>
              </a:defRPr>
            </a:lvl6pPr>
            <a:lvl7pPr algn="ctr">
              <a:defRPr sz="900" b="1">
                <a:solidFill>
                  <a:srgbClr val="1E5D78"/>
                </a:solidFill>
              </a:defRPr>
            </a:lvl7pPr>
            <a:lvl8pPr algn="ctr">
              <a:defRPr sz="900" b="1">
                <a:solidFill>
                  <a:srgbClr val="1E5D78"/>
                </a:solidFill>
              </a:defRPr>
            </a:lvl8pPr>
            <a:lvl9pPr algn="ctr">
              <a:defRPr sz="900" b="1">
                <a:solidFill>
                  <a:srgbClr val="1E5D78"/>
                </a:solidFill>
              </a:defRPr>
            </a:lvl9pPr>
          </a:lstStyle>
          <a:p xmlns:a="http://schemas.openxmlformats.org/drawingml/2006/main">
            <a:pPr algn="ctr">
              <a:defRPr sz="900" b="1">
                <a:solidFill>
                  <a:srgbClr val="1E5D78"/>
                </a:solidFill>
              </a:defRPr>
            </a:pPr>
            <a:r>
              <a:rPr sz="900" b="1">
                <a:solidFill>
                  <a:srgbClr val="1E5D78"/>
                </a:solidFill>
              </a:rPr>
              <a:t>TRY THE APP</a:t>
            </a:r>
          </a:p>
        </p:txBody>
      </p:sp>
    </p:spTree>
    <p:extLst>
      <p:ext uri="{BB962C8B-B14F-4D97-AF65-F5344CB8AC3E}">
        <p14:creationId xmlns:p14="http://schemas.microsoft.com/office/powerpoint/2010/main" val="169697786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2026-10-17T18:32:36.7150000Z</dcterms:created>
  <dcterms:modified xsi:type="dcterms:W3CDTF">2026-10-17T18:32:36.7150000Z</dcterms:modified>
</coreProperties>
</file>