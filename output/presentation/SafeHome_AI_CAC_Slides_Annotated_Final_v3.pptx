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ac6ab9c66c4906" /><Relationship Type="http://schemas.openxmlformats.org/officeDocument/2006/relationships/extended-properties" Target="/docProps/app.xml" Id="R2437f7ecd2ca4a98" /><Relationship Type="http://schemas.openxmlformats.org/officeDocument/2006/relationships/officeDocument" Target="/ppt/presentation.xml" Id="Rfaac61732c044694" /></Relationships>
</file>

<file path=ppt/presentation.xml><?xml version="1.0" encoding="utf-8"?>
<p:presentation xmlns:p="http://schemas.openxmlformats.org/presentationml/2006/main">
  <p:sldMasterIdLst>
    <p:sldMasterId xmlns:r="http://schemas.openxmlformats.org/officeDocument/2006/relationships" id="2147483648" r:id="R5ba2f6a435fe4939"/>
  </p:sldMasterIdLst>
  <p:notesMasterIdLst>
    <p:notesMasterId xmlns:r="http://schemas.openxmlformats.org/officeDocument/2006/relationships" r:id="Rb8c203b304794e94"/>
  </p:notesMasterIdLst>
  <p:sldIdLst>
    <p:sldId xmlns:r="http://schemas.openxmlformats.org/officeDocument/2006/relationships" id="256" r:id="Re9e4bb1cda054903"/>
    <p:sldId xmlns:r="http://schemas.openxmlformats.org/officeDocument/2006/relationships" id="257" r:id="R31a434f4ebfa4a4c"/>
    <p:sldId xmlns:r="http://schemas.openxmlformats.org/officeDocument/2006/relationships" id="258" r:id="Rbd348fb85ee04ffa"/>
    <p:sldId xmlns:r="http://schemas.openxmlformats.org/officeDocument/2006/relationships" id="259" r:id="Re479efe569ea463b"/>
    <p:sldId xmlns:r="http://schemas.openxmlformats.org/officeDocument/2006/relationships" id="260" r:id="R046ff89ca89f43b1"/>
    <p:sldId xmlns:r="http://schemas.openxmlformats.org/officeDocument/2006/relationships" id="261" r:id="R9a8b955fef61451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7280407a4c4130" /><Relationship Type="http://schemas.openxmlformats.org/officeDocument/2006/relationships/slideMaster" Target="/ppt/slideMasters/slideMaster1.xml" Id="R5ba2f6a435fe4939" /><Relationship Type="http://schemas.openxmlformats.org/officeDocument/2006/relationships/notesMaster" Target="/ppt/notesMasters/notesMaster1.xml" Id="Rb8c203b304794e94" /><Relationship Type="http://schemas.openxmlformats.org/officeDocument/2006/relationships/presProps" Target="/ppt/presProps.xml" Id="R9ba5f3b0dfe64629" /><Relationship Type="http://schemas.openxmlformats.org/officeDocument/2006/relationships/tableStyles" Target="/ppt/tableStyles.xml" Id="R4437d6237ff54256" /><Relationship Type="http://schemas.openxmlformats.org/officeDocument/2006/relationships/slide" Target="/ppt/slides/slide1.xml" Id="Re9e4bb1cda054903" /><Relationship Type="http://schemas.openxmlformats.org/officeDocument/2006/relationships/slide" Target="/ppt/slides/slide2.xml" Id="R31a434f4ebfa4a4c" /><Relationship Type="http://schemas.openxmlformats.org/officeDocument/2006/relationships/slide" Target="/ppt/slides/slide3.xml" Id="Rbd348fb85ee04ffa" /><Relationship Type="http://schemas.openxmlformats.org/officeDocument/2006/relationships/slide" Target="/ppt/slides/slide4.xml" Id="Re479efe569ea463b" /><Relationship Type="http://schemas.openxmlformats.org/officeDocument/2006/relationships/slide" Target="/ppt/slides/slide5.xml" Id="R046ff89ca89f43b1" /><Relationship Type="http://schemas.openxmlformats.org/officeDocument/2006/relationships/slide" Target="/ppt/slides/slide6.xml" Id="R9a8b955fef6145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0dac2ee47241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34158a18356416e" /><Relationship Type="http://schemas.openxmlformats.org/officeDocument/2006/relationships/notesMaster" Target="/ppt/notesMasters/notesMaster1.xml" Id="R193cdeca77be48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425cb5a8907c49b1" /><Relationship Type="http://schemas.openxmlformats.org/officeDocument/2006/relationships/notesMaster" Target="/ppt/notesMasters/notesMaster1.xml" Id="R8b37064be0ca40c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fbcd746d8484060" /><Relationship Type="http://schemas.openxmlformats.org/officeDocument/2006/relationships/notesMaster" Target="/ppt/notesMasters/notesMaster1.xml" Id="R6e53209a8c7b44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3a2ebb1faa487c" /><Relationship Type="http://schemas.openxmlformats.org/officeDocument/2006/relationships/notesMaster" Target="/ppt/notesMasters/notesMaster1.xml" Id="R53c1b263429347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6d51ba5ce7499b" /><Relationship Type="http://schemas.openxmlformats.org/officeDocument/2006/relationships/notesMaster" Target="/ppt/notesMasters/notesMaster1.xml" Id="Rd0c44438add64b47" /></Relationships>
</file>

<file path=ppt/notesSlides/_rels/notesSlide6.xml.rels>&#65279;<?xml version="1.0" encoding="utf-8"?><Relationships xmlns="http://schemas.openxmlformats.org/package/2006/relationships"><Relationship Type="http://schemas.openxmlformats.org/officeDocument/2006/relationships/slide" Target="/ppt/slides/slide6.xml" Id="Rcdff40a8373a4773" /><Relationship Type="http://schemas.openxmlformats.org/officeDocument/2006/relationships/notesMaster" Target="/ppt/notesMasters/notesMaster1.xml" Id="Redd15c2605da46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0:00-0:12 (12 seconds)</a:t>
            </a:r>
          </a:p>
          <a:p xmlns:a="http://schemas.openxmlformats.org/drawingml/2006/main">
            <a:r>
              <a:t/>
            </a:r>
          </a:p>
          <a:p xmlns:a="http://schemas.openxmlformats.org/drawingml/2006/main">
            <a:r>
              <a:t>NARRATION</a:t>
            </a:r>
          </a:p>
          <a:p xmlns:a="http://schemas.openxmlformats.org/drawingml/2006/main">
            <a:r>
              <a:t>A fall can begin with one overlooked cord. I am Aagam Jain, and I built SafeHome AI to help older adults and caregivers notice everyday risks sooner.</a:t>
            </a:r>
          </a:p>
          <a:p xmlns:a="http://schemas.openxmlformats.org/drawingml/2006/main">
            <a:r>
              <a:t/>
            </a:r>
          </a:p>
          <a:p xmlns:a="http://schemas.openxmlformats.org/drawingml/2006/main">
            <a:r>
              <a:t>NEXT APP CLIP</a:t>
            </a:r>
          </a:p>
          <a:p xmlns:a="http://schemas.openxmlformats.org/drawingml/2006/main">
            <a:r>
              <a:t>0:12-0:32 - Clip A: Use two prepared shots. First show room selection. Cut to the uploaded photo and begin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0:32-0:44 (12 seconds)</a:t>
            </a:r>
          </a:p>
          <a:p xmlns:a="http://schemas.openxmlformats.org/drawingml/2006/main">
            <a:r>
              <a:t/>
            </a:r>
          </a:p>
          <a:p xmlns:a="http://schemas.openxmlformats.org/drawingml/2006/main">
            <a:r>
              <a:t>NARRATION</a:t>
            </a:r>
          </a:p>
          <a:p xmlns:a="http://schemas.openxmlformats.org/drawingml/2006/main">
            <a:r>
              <a:t>Instead of a long checklist, SafeHome AI starts with the room and asks only what the image cannot answer. An account adds progress, comparisons, and sharing.</a:t>
            </a:r>
          </a:p>
          <a:p xmlns:a="http://schemas.openxmlformats.org/drawingml/2006/main">
            <a:r>
              <a:t/>
            </a:r>
          </a:p>
          <a:p xmlns:a="http://schemas.openxmlformats.org/drawingml/2006/main">
            <a:r>
              <a:t>NEXT APP CLIP</a:t>
            </a:r>
          </a:p>
          <a:p xmlns:a="http://schemas.openxmlformats.org/drawingml/2006/main">
            <a:r>
              <a:t>0:44-1:14 - Clip B: Use three prepared shots: marked evidence, one follow-up question, and the completed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1:14-1:30 (16 seconds)</a:t>
            </a:r>
          </a:p>
          <a:p xmlns:a="http://schemas.openxmlformats.org/drawingml/2006/main">
            <a:r>
              <a:t/>
            </a:r>
          </a:p>
          <a:p xmlns:a="http://schemas.openxmlformats.org/drawingml/2006/main">
            <a:r>
              <a:t>NARRATION</a:t>
            </a:r>
          </a:p>
          <a:p xmlns:a="http://schemas.openxmlformats.org/drawingml/2006/main">
            <a:r>
              <a:t>I built the app with Python, Streamlit, and CSS. Vision AI locates evidence, while my validation layer checks categories, clamps points, and uses fallbacks. Supabase stores history, Brevo sends text-only summaries, and photos are never saved.</a:t>
            </a:r>
          </a:p>
          <a:p xmlns:a="http://schemas.openxmlformats.org/drawingml/2006/main">
            <a:r>
              <a:t/>
            </a:r>
          </a:p>
          <a:p xmlns:a="http://schemas.openxmlformats.org/drawingml/2006/main">
            <a:r>
              <a:t>NEXT APP CLIP</a:t>
            </a:r>
          </a:p>
          <a:p xmlns:a="http://schemas.openxmlformats.org/drawingml/2006/main">
            <a:r>
              <a:t>1:30-1:50 - Clip C: Use two prepared shots: the safety plan and the completed before-and-after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1:50-2:05 (15 seconds)</a:t>
            </a:r>
          </a:p>
          <a:p xmlns:a="http://schemas.openxmlformats.org/drawingml/2006/main">
            <a:r>
              <a:t/>
            </a:r>
          </a:p>
          <a:p xmlns:a="http://schemas.openxmlformats.org/drawingml/2006/main">
            <a:r>
              <a:t>NARRATION</a:t>
            </a:r>
          </a:p>
          <a:p xmlns:a="http://schemas.openxmlformats.org/drawingml/2006/main">
            <a:r>
              <a:t>The hardest problem was inconsistent AI scoring. I solved it by limiting hazards to one through fifteen points, adding confirmed follow-up concerns, using category fallbacks, and capping the room at one hundred.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2:05-2:20 (15 seconds)</a:t>
            </a:r>
          </a:p>
          <a:p xmlns:a="http://schemas.openxmlformats.org/drawingml/2006/main">
            <a:r>
              <a:t/>
            </a:r>
          </a:p>
          <a:p xmlns:a="http://schemas.openxmlformats.org/drawingml/2006/main">
            <a:r>
              <a:t>NARRATION</a:t>
            </a:r>
          </a:p>
          <a:p xmlns:a="http://schemas.openxmlformats.org/drawingml/2006/main">
            <a:r>
              <a:t>For validation, I labeled thirty-five hazards across ten staged photos before running the app. It found thirty-four. AI can still miss small details, so every result keeps human review explicit.</a:t>
            </a:r>
          </a:p>
          <a:p xmlns:a="http://schemas.openxmlformats.org/drawingml/2006/main">
            <a:r>
              <a:t/>
            </a:r>
          </a:p>
          <a:p xmlns:a="http://schemas.openxmlformats.org/drawingml/2006/main">
            <a:r>
              <a:t>NEXT APP CLIP</a:t>
            </a:r>
          </a:p>
          <a:p xmlns:a="http://schemas.openxmlformats.org/drawingml/2006/main">
            <a:r>
              <a:t>2:20-2:45 - Clip D: Use three prepared shots: dashboard and trend, add a recipient field, and Accessibility.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2:45-3:00 (15 seconds)</a:t>
            </a:r>
          </a:p>
          <a:p xmlns:a="http://schemas.openxmlformats.org/drawingml/2006/main">
            <a:r>
              <a:t/>
            </a:r>
          </a:p>
          <a:p xmlns:a="http://schemas.openxmlformats.org/drawingml/2006/main">
            <a:r>
              <a:t>NARRATION</a:t>
            </a:r>
          </a:p>
          <a:p xmlns:a="http://schemas.openxmlformats.org/drawingml/2006/main">
            <a:r>
              <a:t>I have also used SafeHome AI in more than two hundred rooms belonging to friends and family, and they found the results extremely useful. My goal is to help more families catch risks sooner.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36d5fdabf64a1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daade7f6d42413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33df2abf4c8415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d531efa85ad4d1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ceb28a8ccfc44a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f831bd46c43423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252F39-3A68-4BCF-954E-713B86B4157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9710756-BDA5-4FCB-886F-31FDF61639E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4207B3A-F7C6-4C7D-B133-326A9DC44FB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743A97-2273-42B5-9315-A3BA2C68C84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5BA8E2D-A26C-4AB1-897D-8E248BED1A3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A8E2EB3-2A28-4BEA-B073-43598C8C830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2D24D23-6111-4115-A82C-56523E62814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91C8F8-785A-4E5D-844A-80E39DB8B11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CA82F25-8168-46EB-8D9A-23361D08A3A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68ECC98-C816-4711-A2CB-05C5A16AE6E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a5807ebd19483e" /><Relationship Type="http://schemas.openxmlformats.org/officeDocument/2006/relationships/slideLayout" Target="/ppt/slideLayouts/slideLayout1.xml" Id="Rec9091f59e0640fb" /><Relationship Type="http://schemas.openxmlformats.org/officeDocument/2006/relationships/slideLayout" Target="/ppt/slideLayouts/slideLayout2.xml" Id="Rc8ce02a0158e4851" /><Relationship Type="http://schemas.openxmlformats.org/officeDocument/2006/relationships/slideLayout" Target="/ppt/slideLayouts/slideLayout3.xml" Id="R09b749ce03ed4732" /><Relationship Type="http://schemas.openxmlformats.org/officeDocument/2006/relationships/slideLayout" Target="/ppt/slideLayouts/slideLayout4.xml" Id="Radf7af85298b4ed1" /><Relationship Type="http://schemas.openxmlformats.org/officeDocument/2006/relationships/slideLayout" Target="/ppt/slideLayouts/slideLayout5.xml" Id="R4696ac4e5ada4c82" /><Relationship Type="http://schemas.openxmlformats.org/officeDocument/2006/relationships/slideLayout" Target="/ppt/slideLayouts/slideLayout6.xml" Id="R1d113d43d0d2413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9091f59e0640fb"/>
    <p:sldLayoutId xmlns:r="http://schemas.openxmlformats.org/officeDocument/2006/relationships" id="2147483650" r:id="Rc8ce02a0158e4851"/>
    <p:sldLayoutId xmlns:r="http://schemas.openxmlformats.org/officeDocument/2006/relationships" id="2147483651" r:id="R09b749ce03ed4732"/>
    <p:sldLayoutId xmlns:r="http://schemas.openxmlformats.org/officeDocument/2006/relationships" id="2147483652" r:id="Radf7af85298b4ed1"/>
    <p:sldLayoutId xmlns:r="http://schemas.openxmlformats.org/officeDocument/2006/relationships" id="2147483653" r:id="R4696ac4e5ada4c82"/>
    <p:sldLayoutId xmlns:r="http://schemas.openxmlformats.org/officeDocument/2006/relationships" id="2147483654" r:id="R1d113d43d0d2413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9fa463caf144c60" /><Relationship Type="http://schemas.openxmlformats.org/officeDocument/2006/relationships/notesSlide" Target="/ppt/notesSlides/notesSlide1.xml" Id="Rc027635779d14c4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564343118c44ac9" /><Relationship Type="http://schemas.openxmlformats.org/officeDocument/2006/relationships/notesSlide" Target="/ppt/notesSlides/notesSlide2.xml" Id="R9506e10ac3f642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a67b89bd0044679" /><Relationship Type="http://schemas.openxmlformats.org/officeDocument/2006/relationships/notesSlide" Target="/ppt/notesSlides/notesSlide3.xml" Id="R83256f368e274fa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299238639cb4b4d" /><Relationship Type="http://schemas.openxmlformats.org/officeDocument/2006/relationships/notesSlide" Target="/ppt/notesSlides/notesSlide4.xml" Id="Rc8c31f62dae24f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13b3b73c7c34895" /><Relationship Type="http://schemas.openxmlformats.org/officeDocument/2006/relationships/notesSlide" Target="/ppt/notesSlides/notesSlide5.xml" Id="R6199b0b5286a41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3e566cfefb14672" /><Relationship Type="http://schemas.openxmlformats.org/officeDocument/2006/relationships/image" Target="/ppt/media/image.png" Id="Ra15d736d96614f04" /><Relationship Type="http://schemas.openxmlformats.org/officeDocument/2006/relationships/notesSlide" Target="/ppt/notesSlides/notesSlide6.xml" Id="Rfc6bca8791c7438c" /></Relationships>
</file>

<file path=ppt/slides/slide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29E2534-C2D2-4FAE-A450-DA064C001CC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5B9FEEC-F17C-4F60-8F4A-583B13C267BA}"/>
              </a:ext>
            </a:extLst>
          </p:cNvPr>
          <p:cNvSpPr>
            <a:spLocks xmlns:a="http://schemas.openxmlformats.org/drawingml/2006/main" noGrp="1"/>
          </p:cNvSpPr>
          <p:nvPr/>
        </p:nvSpPr>
        <p:spPr>
          <a:xfrm xmlns:a="http://schemas.openxmlformats.org/drawingml/2006/main">
            <a:off x="628650" y="990600"/>
            <a:ext cx="666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4050" b="1">
                <a:solidFill>
                  <a:srgbClr val="203247"/>
                </a:solidFill>
              </a:defRPr>
            </a:defPPr>
            <a:lvl1pPr algn="l">
              <a:defRPr sz="4050" b="1">
                <a:solidFill>
                  <a:srgbClr val="203247"/>
                </a:solidFill>
              </a:defRPr>
            </a:lvl1pPr>
            <a:lvl2pPr algn="l">
              <a:defRPr sz="4050" b="1">
                <a:solidFill>
                  <a:srgbClr val="203247"/>
                </a:solidFill>
              </a:defRPr>
            </a:lvl2pPr>
            <a:lvl3pPr algn="l">
              <a:defRPr sz="4050" b="1">
                <a:solidFill>
                  <a:srgbClr val="203247"/>
                </a:solidFill>
              </a:defRPr>
            </a:lvl3pPr>
            <a:lvl4pPr algn="l">
              <a:defRPr sz="4050" b="1">
                <a:solidFill>
                  <a:srgbClr val="203247"/>
                </a:solidFill>
              </a:defRPr>
            </a:lvl4pPr>
            <a:lvl5pPr algn="l">
              <a:defRPr sz="4050" b="1">
                <a:solidFill>
                  <a:srgbClr val="203247"/>
                </a:solidFill>
              </a:defRPr>
            </a:lvl5pPr>
            <a:lvl6pPr algn="l">
              <a:defRPr sz="4050" b="1">
                <a:solidFill>
                  <a:srgbClr val="203247"/>
                </a:solidFill>
              </a:defRPr>
            </a:lvl6pPr>
            <a:lvl7pPr algn="l">
              <a:defRPr sz="4050" b="1">
                <a:solidFill>
                  <a:srgbClr val="203247"/>
                </a:solidFill>
              </a:defRPr>
            </a:lvl7pPr>
            <a:lvl8pPr algn="l">
              <a:defRPr sz="4050" b="1">
                <a:solidFill>
                  <a:srgbClr val="203247"/>
                </a:solidFill>
              </a:defRPr>
            </a:lvl8pPr>
            <a:lvl9pPr algn="l">
              <a:defRPr sz="4050" b="1">
                <a:solidFill>
                  <a:srgbClr val="203247"/>
                </a:solidFill>
              </a:defRPr>
            </a:lvl9pPr>
          </a:lstStyle>
          <a:p xmlns:a="http://schemas.openxmlformats.org/drawingml/2006/main">
            <a:pPr algn="l">
              <a:defRPr sz="4050" b="1">
                <a:solidFill>
                  <a:srgbClr val="203247"/>
                </a:solidFill>
              </a:defRPr>
            </a:pPr>
            <a:r>
              <a:rPr sz="4050" b="1">
                <a:solidFill>
                  <a:srgbClr val="203247"/>
                </a:solidFill>
              </a:rPr>
              <a:t>SafeHome AI</a:t>
            </a:r>
          </a:p>
        </p:txBody>
      </p:sp>
      <p:sp>
        <p:nvSpPr>
          <p:cNvPr id="3" name="">
            <a:extLst xmlns:a="http://schemas.openxmlformats.org/drawingml/2006/main">
              <a:ext uri="{FF2B5EF4-FFF2-40B4-BE49-F238E27FC236}">
                <a16:creationId xmlns:a16="http://schemas.microsoft.com/office/drawing/2014/main" id="{CC563954-9197-4EAE-A71D-4B4F49C82893}"/>
              </a:ext>
            </a:extLst>
          </p:cNvPr>
          <p:cNvSpPr>
            <a:spLocks xmlns:a="http://schemas.openxmlformats.org/drawingml/2006/main" noGrp="1"/>
          </p:cNvSpPr>
          <p:nvPr/>
        </p:nvSpPr>
        <p:spPr>
          <a:xfrm xmlns:a="http://schemas.openxmlformats.org/drawingml/2006/main">
            <a:off x="628650" y="2038350"/>
            <a:ext cx="4762500" cy="6667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748EBB8-B331-4147-B5B9-5D0AF646D377}"/>
              </a:ext>
            </a:extLst>
          </p:cNvPr>
          <p:cNvSpPr>
            <a:spLocks xmlns:a="http://schemas.openxmlformats.org/drawingml/2006/main" noGrp="1"/>
          </p:cNvSpPr>
          <p:nvPr/>
        </p:nvSpPr>
        <p:spPr>
          <a:xfrm xmlns:a="http://schemas.openxmlformats.org/drawingml/2006/main">
            <a:off x="628650" y="2495550"/>
            <a:ext cx="6572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00" b="1">
                <a:solidFill>
                  <a:srgbClr val="203247"/>
                </a:solidFill>
              </a:defRPr>
            </a:defPPr>
            <a:lvl1pPr algn="l">
              <a:defRPr sz="2100" b="1">
                <a:solidFill>
                  <a:srgbClr val="203247"/>
                </a:solidFill>
              </a:defRPr>
            </a:lvl1pPr>
            <a:lvl2pPr algn="l">
              <a:defRPr sz="2100" b="1">
                <a:solidFill>
                  <a:srgbClr val="203247"/>
                </a:solidFill>
              </a:defRPr>
            </a:lvl2pPr>
            <a:lvl3pPr algn="l">
              <a:defRPr sz="2100" b="1">
                <a:solidFill>
                  <a:srgbClr val="203247"/>
                </a:solidFill>
              </a:defRPr>
            </a:lvl3pPr>
            <a:lvl4pPr algn="l">
              <a:defRPr sz="2100" b="1">
                <a:solidFill>
                  <a:srgbClr val="203247"/>
                </a:solidFill>
              </a:defRPr>
            </a:lvl4pPr>
            <a:lvl5pPr algn="l">
              <a:defRPr sz="2100" b="1">
                <a:solidFill>
                  <a:srgbClr val="203247"/>
                </a:solidFill>
              </a:defRPr>
            </a:lvl5pPr>
            <a:lvl6pPr algn="l">
              <a:defRPr sz="2100" b="1">
                <a:solidFill>
                  <a:srgbClr val="203247"/>
                </a:solidFill>
              </a:defRPr>
            </a:lvl6pPr>
            <a:lvl7pPr algn="l">
              <a:defRPr sz="2100" b="1">
                <a:solidFill>
                  <a:srgbClr val="203247"/>
                </a:solidFill>
              </a:defRPr>
            </a:lvl7pPr>
            <a:lvl8pPr algn="l">
              <a:defRPr sz="2100" b="1">
                <a:solidFill>
                  <a:srgbClr val="203247"/>
                </a:solidFill>
              </a:defRPr>
            </a:lvl8pPr>
            <a:lvl9pPr algn="l">
              <a:defRPr sz="2100" b="1">
                <a:solidFill>
                  <a:srgbClr val="203247"/>
                </a:solidFill>
              </a:defRPr>
            </a:lvl9pPr>
          </a:lstStyle>
          <a:p xmlns:a="http://schemas.openxmlformats.org/drawingml/2006/main">
            <a:pPr algn="l">
              <a:defRPr sz="2100" b="1">
                <a:solidFill>
                  <a:srgbClr val="203247"/>
                </a:solidFill>
              </a:defRPr>
            </a:pPr>
            <a:r>
              <a:rPr sz="2100" b="1">
                <a:solidFill>
                  <a:srgbClr val="203247"/>
                </a:solidFill>
              </a:rPr>
              <a:t>A fall can begin with one overlooked cord and lead to injury, lost confidence, and less independence.</a:t>
            </a:r>
          </a:p>
        </p:txBody>
      </p:sp>
      <p:sp>
        <p:nvSpPr>
          <p:cNvPr id="5" name="">
            <a:extLst xmlns:a="http://schemas.openxmlformats.org/drawingml/2006/main">
              <a:ext uri="{FF2B5EF4-FFF2-40B4-BE49-F238E27FC236}">
                <a16:creationId xmlns:a16="http://schemas.microsoft.com/office/drawing/2014/main" id="{D3F56E78-128E-4858-AEE9-D056B0380123}"/>
              </a:ext>
            </a:extLst>
          </p:cNvPr>
          <p:cNvSpPr>
            <a:spLocks xmlns:a="http://schemas.openxmlformats.org/drawingml/2006/main" noGrp="1"/>
          </p:cNvSpPr>
          <p:nvPr/>
        </p:nvSpPr>
        <p:spPr>
          <a:xfrm xmlns:a="http://schemas.openxmlformats.org/drawingml/2006/main">
            <a:off x="628650" y="4038600"/>
            <a:ext cx="571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E5D78"/>
                </a:solidFill>
              </a:defRPr>
            </a:defPPr>
            <a:lvl1pPr algn="l">
              <a:defRPr sz="2025" b="1">
                <a:solidFill>
                  <a:srgbClr val="1E5D78"/>
                </a:solidFill>
              </a:defRPr>
            </a:lvl1pPr>
            <a:lvl2pPr algn="l">
              <a:defRPr sz="2025" b="1">
                <a:solidFill>
                  <a:srgbClr val="1E5D78"/>
                </a:solidFill>
              </a:defRPr>
            </a:lvl2pPr>
            <a:lvl3pPr algn="l">
              <a:defRPr sz="2025" b="1">
                <a:solidFill>
                  <a:srgbClr val="1E5D78"/>
                </a:solidFill>
              </a:defRPr>
            </a:lvl3pPr>
            <a:lvl4pPr algn="l">
              <a:defRPr sz="2025" b="1">
                <a:solidFill>
                  <a:srgbClr val="1E5D78"/>
                </a:solidFill>
              </a:defRPr>
            </a:lvl4pPr>
            <a:lvl5pPr algn="l">
              <a:defRPr sz="2025" b="1">
                <a:solidFill>
                  <a:srgbClr val="1E5D78"/>
                </a:solidFill>
              </a:defRPr>
            </a:lvl5pPr>
            <a:lvl6pPr algn="l">
              <a:defRPr sz="2025" b="1">
                <a:solidFill>
                  <a:srgbClr val="1E5D78"/>
                </a:solidFill>
              </a:defRPr>
            </a:lvl6pPr>
            <a:lvl7pPr algn="l">
              <a:defRPr sz="2025" b="1">
                <a:solidFill>
                  <a:srgbClr val="1E5D78"/>
                </a:solidFill>
              </a:defRPr>
            </a:lvl7pPr>
            <a:lvl8pPr algn="l">
              <a:defRPr sz="2025" b="1">
                <a:solidFill>
                  <a:srgbClr val="1E5D78"/>
                </a:solidFill>
              </a:defRPr>
            </a:lvl8pPr>
            <a:lvl9pPr algn="l">
              <a:defRPr sz="2025" b="1">
                <a:solidFill>
                  <a:srgbClr val="1E5D78"/>
                </a:solidFill>
              </a:defRPr>
            </a:lvl9pPr>
          </a:lstStyle>
          <a:p xmlns:a="http://schemas.openxmlformats.org/drawingml/2006/main">
            <a:pPr algn="l">
              <a:defRPr sz="2025" b="1">
                <a:solidFill>
                  <a:srgbClr val="1E5D78"/>
                </a:solidFill>
              </a:defRPr>
            </a:pPr>
            <a:r>
              <a:rPr sz="2025" b="1">
                <a:solidFill>
                  <a:srgbClr val="1E5D78"/>
                </a:solidFill>
              </a:rPr>
              <a:t>Created by Aagam Jain</a:t>
            </a:r>
          </a:p>
        </p:txBody>
      </p:sp>
      <p:sp>
        <p:nvSpPr>
          <p:cNvPr id="6" name="">
            <a:extLst xmlns:a="http://schemas.openxmlformats.org/drawingml/2006/main">
              <a:ext uri="{FF2B5EF4-FFF2-40B4-BE49-F238E27FC236}">
                <a16:creationId xmlns:a16="http://schemas.microsoft.com/office/drawing/2014/main" id="{4E8772F9-3756-46DB-8EF1-81822F5972E5}"/>
              </a:ext>
            </a:extLst>
          </p:cNvPr>
          <p:cNvSpPr>
            <a:spLocks xmlns:a="http://schemas.openxmlformats.org/drawingml/2006/main" noGrp="1"/>
          </p:cNvSpPr>
          <p:nvPr/>
        </p:nvSpPr>
        <p:spPr>
          <a:xfrm xmlns:a="http://schemas.openxmlformats.org/drawingml/2006/main">
            <a:off x="8096250" y="1200150"/>
            <a:ext cx="2857500" cy="3714750"/>
          </a:xfrm>
          <a:prstGeom xmlns:a="http://schemas.openxmlformats.org/drawingml/2006/main" prst="roundRect">
            <a:avLst>
              <a:gd name="adj" fmla="val 2667"/>
            </a:avLst>
          </a:prstGeom>
          <a:solidFill xmlns:a="http://schemas.openxmlformats.org/drawingml/2006/main">
            <a:srgbClr val="E3EEF1"/>
          </a:solidFill>
          <a:ln xmlns:a="http://schemas.openxmlformats.org/drawingml/2006/main" w="9525">
            <a:solidFill>
              <a:srgbClr val="D8D3CA"/>
            </a:solidFill>
            <a:prstDash val="solid"/>
          </a:ln>
        </p:spPr>
      </p:sp>
      <p:sp>
        <p:nvSpPr>
          <p:cNvPr id="7" name="">
            <a:extLst xmlns:a="http://schemas.openxmlformats.org/drawingml/2006/main">
              <a:ext uri="{FF2B5EF4-FFF2-40B4-BE49-F238E27FC236}">
                <a16:creationId xmlns:a16="http://schemas.microsoft.com/office/drawing/2014/main" id="{827C430F-3C17-4F2B-A043-0A7F4EB88F15}"/>
              </a:ext>
            </a:extLst>
          </p:cNvPr>
          <p:cNvSpPr>
            <a:spLocks xmlns:a="http://schemas.openxmlformats.org/drawingml/2006/main" noGrp="1"/>
          </p:cNvSpPr>
          <p:nvPr/>
        </p:nvSpPr>
        <p:spPr>
          <a:xfrm xmlns:a="http://schemas.openxmlformats.org/drawingml/2006/main">
            <a:off x="8477250" y="20383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175" b="1">
                <a:solidFill>
                  <a:srgbClr val="203247"/>
                </a:solidFill>
              </a:defRPr>
            </a:defPPr>
            <a:lvl1pPr algn="ctr">
              <a:defRPr sz="2175" b="1">
                <a:solidFill>
                  <a:srgbClr val="203247"/>
                </a:solidFill>
              </a:defRPr>
            </a:lvl1pPr>
            <a:lvl2pPr algn="ctr">
              <a:defRPr sz="2175" b="1">
                <a:solidFill>
                  <a:srgbClr val="203247"/>
                </a:solidFill>
              </a:defRPr>
            </a:lvl2pPr>
            <a:lvl3pPr algn="ctr">
              <a:defRPr sz="2175" b="1">
                <a:solidFill>
                  <a:srgbClr val="203247"/>
                </a:solidFill>
              </a:defRPr>
            </a:lvl3pPr>
            <a:lvl4pPr algn="ctr">
              <a:defRPr sz="2175" b="1">
                <a:solidFill>
                  <a:srgbClr val="203247"/>
                </a:solidFill>
              </a:defRPr>
            </a:lvl4pPr>
            <a:lvl5pPr algn="ctr">
              <a:defRPr sz="2175" b="1">
                <a:solidFill>
                  <a:srgbClr val="203247"/>
                </a:solidFill>
              </a:defRPr>
            </a:lvl5pPr>
            <a:lvl6pPr algn="ctr">
              <a:defRPr sz="2175" b="1">
                <a:solidFill>
                  <a:srgbClr val="203247"/>
                </a:solidFill>
              </a:defRPr>
            </a:lvl6pPr>
            <a:lvl7pPr algn="ctr">
              <a:defRPr sz="2175" b="1">
                <a:solidFill>
                  <a:srgbClr val="203247"/>
                </a:solidFill>
              </a:defRPr>
            </a:lvl7pPr>
            <a:lvl8pPr algn="ctr">
              <a:defRPr sz="2175" b="1">
                <a:solidFill>
                  <a:srgbClr val="203247"/>
                </a:solidFill>
              </a:defRPr>
            </a:lvl8pPr>
            <a:lvl9pPr algn="ctr">
              <a:defRPr sz="2175" b="1">
                <a:solidFill>
                  <a:srgbClr val="203247"/>
                </a:solidFill>
              </a:defRPr>
            </a:lvl9pPr>
          </a:lstStyle>
          <a:p xmlns:a="http://schemas.openxmlformats.org/drawingml/2006/main">
            <a:pPr algn="ctr">
              <a:defRPr sz="2175" b="1">
                <a:solidFill>
                  <a:srgbClr val="203247"/>
                </a:solidFill>
              </a:defRPr>
            </a:pPr>
            <a:r>
              <a:rPr sz="2175" b="1">
                <a:solidFill>
                  <a:srgbClr val="203247"/>
                </a:solidFill>
              </a:rPr>
              <a:t>1 room photo</a:t>
            </a:r>
          </a:p>
        </p:txBody>
      </p:sp>
      <p:sp>
        <p:nvSpPr>
          <p:cNvPr id="8" name="">
            <a:extLst xmlns:a="http://schemas.openxmlformats.org/drawingml/2006/main">
              <a:ext uri="{FF2B5EF4-FFF2-40B4-BE49-F238E27FC236}">
                <a16:creationId xmlns:a16="http://schemas.microsoft.com/office/drawing/2014/main" id="{E33E7C7A-2F71-4F91-ACF6-73A22BA79193}"/>
              </a:ext>
            </a:extLst>
          </p:cNvPr>
          <p:cNvSpPr>
            <a:spLocks xmlns:a="http://schemas.openxmlformats.org/drawingml/2006/main" noGrp="1"/>
          </p:cNvSpPr>
          <p:nvPr/>
        </p:nvSpPr>
        <p:spPr>
          <a:xfrm xmlns:a="http://schemas.openxmlformats.org/drawingml/2006/main">
            <a:off x="9334500" y="28194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100" b="1">
                <a:solidFill>
                  <a:srgbClr val="2F7D68"/>
                </a:solidFill>
              </a:defRPr>
            </a:defPPr>
            <a:lvl1pPr algn="ctr">
              <a:defRPr sz="2100" b="1">
                <a:solidFill>
                  <a:srgbClr val="2F7D68"/>
                </a:solidFill>
              </a:defRPr>
            </a:lvl1pPr>
            <a:lvl2pPr algn="ctr">
              <a:defRPr sz="2100" b="1">
                <a:solidFill>
                  <a:srgbClr val="2F7D68"/>
                </a:solidFill>
              </a:defRPr>
            </a:lvl2pPr>
            <a:lvl3pPr algn="ctr">
              <a:defRPr sz="2100" b="1">
                <a:solidFill>
                  <a:srgbClr val="2F7D68"/>
                </a:solidFill>
              </a:defRPr>
            </a:lvl3pPr>
            <a:lvl4pPr algn="ctr">
              <a:defRPr sz="2100" b="1">
                <a:solidFill>
                  <a:srgbClr val="2F7D68"/>
                </a:solidFill>
              </a:defRPr>
            </a:lvl4pPr>
            <a:lvl5pPr algn="ctr">
              <a:defRPr sz="2100" b="1">
                <a:solidFill>
                  <a:srgbClr val="2F7D68"/>
                </a:solidFill>
              </a:defRPr>
            </a:lvl5pPr>
            <a:lvl6pPr algn="ctr">
              <a:defRPr sz="2100" b="1">
                <a:solidFill>
                  <a:srgbClr val="2F7D68"/>
                </a:solidFill>
              </a:defRPr>
            </a:lvl6pPr>
            <a:lvl7pPr algn="ctr">
              <a:defRPr sz="2100" b="1">
                <a:solidFill>
                  <a:srgbClr val="2F7D68"/>
                </a:solidFill>
              </a:defRPr>
            </a:lvl7pPr>
            <a:lvl8pPr algn="ctr">
              <a:defRPr sz="2100" b="1">
                <a:solidFill>
                  <a:srgbClr val="2F7D68"/>
                </a:solidFill>
              </a:defRPr>
            </a:lvl8pPr>
            <a:lvl9pPr algn="ctr">
              <a:defRPr sz="2100" b="1">
                <a:solidFill>
                  <a:srgbClr val="2F7D68"/>
                </a:solidFill>
              </a:defRPr>
            </a:lvl9pPr>
          </a:lstStyle>
          <a:p xmlns:a="http://schemas.openxmlformats.org/drawingml/2006/main">
            <a:pPr algn="ctr">
              <a:defRPr sz="2100" b="1">
                <a:solidFill>
                  <a:srgbClr val="2F7D68"/>
                </a:solidFill>
              </a:defRPr>
            </a:pPr>
            <a:r>
              <a:rPr sz="2100" b="1">
                <a:solidFill>
                  <a:srgbClr val="2F7D68"/>
                </a:solidFill>
              </a:rPr>
              <a:t>↓</a:t>
            </a:r>
          </a:p>
        </p:txBody>
      </p:sp>
      <p:sp>
        <p:nvSpPr>
          <p:cNvPr id="9" name="">
            <a:extLst xmlns:a="http://schemas.openxmlformats.org/drawingml/2006/main">
              <a:ext uri="{FF2B5EF4-FFF2-40B4-BE49-F238E27FC236}">
                <a16:creationId xmlns:a16="http://schemas.microsoft.com/office/drawing/2014/main" id="{ABD6569A-B006-47C0-AED6-1A3E981A681D}"/>
              </a:ext>
            </a:extLst>
          </p:cNvPr>
          <p:cNvSpPr>
            <a:spLocks xmlns:a="http://schemas.openxmlformats.org/drawingml/2006/main" noGrp="1"/>
          </p:cNvSpPr>
          <p:nvPr/>
        </p:nvSpPr>
        <p:spPr>
          <a:xfrm xmlns:a="http://schemas.openxmlformats.org/drawingml/2006/main">
            <a:off x="8362950" y="3409950"/>
            <a:ext cx="23241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75" b="1">
                <a:solidFill>
                  <a:srgbClr val="203247"/>
                </a:solidFill>
              </a:defRPr>
            </a:defPPr>
            <a:lvl1pPr algn="ctr">
              <a:defRPr sz="1575" b="1">
                <a:solidFill>
                  <a:srgbClr val="203247"/>
                </a:solidFill>
              </a:defRPr>
            </a:lvl1pPr>
            <a:lvl2pPr algn="ctr">
              <a:defRPr sz="1575" b="1">
                <a:solidFill>
                  <a:srgbClr val="203247"/>
                </a:solidFill>
              </a:defRPr>
            </a:lvl2pPr>
            <a:lvl3pPr algn="ctr">
              <a:defRPr sz="1575" b="1">
                <a:solidFill>
                  <a:srgbClr val="203247"/>
                </a:solidFill>
              </a:defRPr>
            </a:lvl3pPr>
            <a:lvl4pPr algn="ctr">
              <a:defRPr sz="1575" b="1">
                <a:solidFill>
                  <a:srgbClr val="203247"/>
                </a:solidFill>
              </a:defRPr>
            </a:lvl4pPr>
            <a:lvl5pPr algn="ctr">
              <a:defRPr sz="1575" b="1">
                <a:solidFill>
                  <a:srgbClr val="203247"/>
                </a:solidFill>
              </a:defRPr>
            </a:lvl5pPr>
            <a:lvl6pPr algn="ctr">
              <a:defRPr sz="1575" b="1">
                <a:solidFill>
                  <a:srgbClr val="203247"/>
                </a:solidFill>
              </a:defRPr>
            </a:lvl6pPr>
            <a:lvl7pPr algn="ctr">
              <a:defRPr sz="1575" b="1">
                <a:solidFill>
                  <a:srgbClr val="203247"/>
                </a:solidFill>
              </a:defRPr>
            </a:lvl7pPr>
            <a:lvl8pPr algn="ctr">
              <a:defRPr sz="1575" b="1">
                <a:solidFill>
                  <a:srgbClr val="203247"/>
                </a:solidFill>
              </a:defRPr>
            </a:lvl8pPr>
            <a:lvl9pPr algn="ctr">
              <a:defRPr sz="1575" b="1">
                <a:solidFill>
                  <a:srgbClr val="203247"/>
                </a:solidFill>
              </a:defRPr>
            </a:lvl9pPr>
          </a:lstStyle>
          <a:p xmlns:a="http://schemas.openxmlformats.org/drawingml/2006/main">
            <a:pPr algn="ctr">
              <a:defRPr sz="1575" b="1">
                <a:solidFill>
                  <a:srgbClr val="203247"/>
                </a:solidFill>
              </a:defRPr>
            </a:pPr>
            <a:r>
              <a:rPr sz="1575" b="1">
                <a:solidFill>
                  <a:srgbClr val="203247"/>
                </a:solidFill>
              </a:rPr>
              <a:t>Identified fall risks</a:t>
            </a:r>
          </a:p>
          <a:p xmlns:a="http://schemas.openxmlformats.org/drawingml/2006/main">
            <a:pPr algn="ctr">
              <a:defRPr sz="1575" b="1">
                <a:solidFill>
                  <a:srgbClr val="203247"/>
                </a:solidFill>
              </a:defRPr>
            </a:pPr>
            <a:r>
              <a:rPr sz="1575" b="1">
                <a:solidFill>
                  <a:srgbClr val="203247"/>
                </a:solidFill>
              </a:rPr>
              <a:t>and ways to take action</a:t>
            </a:r>
          </a:p>
        </p:txBody>
      </p:sp>
      <p:sp>
        <p:nvSpPr>
          <p:cNvPr id="10" name="">
            <a:extLst xmlns:a="http://schemas.openxmlformats.org/drawingml/2006/main">
              <a:ext uri="{FF2B5EF4-FFF2-40B4-BE49-F238E27FC236}">
                <a16:creationId xmlns:a16="http://schemas.microsoft.com/office/drawing/2014/main" id="{9481BBAD-9615-409C-9343-FA9A827B7208}"/>
              </a:ext>
            </a:extLst>
          </p:cNvPr>
          <p:cNvSpPr>
            <a:spLocks xmlns:a="http://schemas.openxmlformats.org/drawingml/2006/main" noGrp="1"/>
          </p:cNvSpPr>
          <p:nvPr/>
        </p:nvSpPr>
        <p:spPr>
          <a:xfrm xmlns:a="http://schemas.openxmlformats.org/drawingml/2006/main">
            <a:off x="11334750" y="6429375"/>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1</a:t>
            </a:r>
          </a:p>
        </p:txBody>
      </p:sp>
    </p:spTree>
    <p:extLst>
      <p:ext uri="{BB962C8B-B14F-4D97-AF65-F5344CB8AC3E}">
        <p14:creationId xmlns:p14="http://schemas.microsoft.com/office/powerpoint/2010/main" val="799437073"/>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8293BAA8-E780-48AD-93B8-EC42793F26FE}"/>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677F5F-9C2A-4FEF-828B-A306F4EFD5B0}"/>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Start with the room, not a long checklist</a:t>
            </a:r>
          </a:p>
        </p:txBody>
      </p:sp>
      <p:sp>
        <p:nvSpPr>
          <p:cNvPr id="3" name="">
            <a:extLst xmlns:a="http://schemas.openxmlformats.org/drawingml/2006/main">
              <a:ext uri="{FF2B5EF4-FFF2-40B4-BE49-F238E27FC236}">
                <a16:creationId xmlns:a16="http://schemas.microsoft.com/office/drawing/2014/main" id="{ABEADFD9-8EF5-432D-B4A8-21379B9984F2}"/>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The photo handles visible evidence. The user answers only what the image cannot prove.</a:t>
            </a:r>
          </a:p>
        </p:txBody>
      </p:sp>
      <p:sp>
        <p:nvSpPr>
          <p:cNvPr id="4" name="">
            <a:extLst xmlns:a="http://schemas.openxmlformats.org/drawingml/2006/main">
              <a:ext uri="{FF2B5EF4-FFF2-40B4-BE49-F238E27FC236}">
                <a16:creationId xmlns:a16="http://schemas.microsoft.com/office/drawing/2014/main" id="{B95AAA2E-43D8-4303-9CAA-834554711A87}"/>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2</a:t>
            </a:r>
          </a:p>
        </p:txBody>
      </p:sp>
      <p:sp>
        <p:nvSpPr>
          <p:cNvPr id="5" name="">
            <a:extLst xmlns:a="http://schemas.openxmlformats.org/drawingml/2006/main">
              <a:ext uri="{FF2B5EF4-FFF2-40B4-BE49-F238E27FC236}">
                <a16:creationId xmlns:a16="http://schemas.microsoft.com/office/drawing/2014/main" id="{B5B40A45-E595-4695-B6CC-C891A1F1908F}"/>
              </a:ext>
            </a:extLst>
          </p:cNvPr>
          <p:cNvSpPr>
            <a:spLocks xmlns:a="http://schemas.openxmlformats.org/drawingml/2006/main" noGrp="1"/>
          </p:cNvSpPr>
          <p:nvPr/>
        </p:nvSpPr>
        <p:spPr>
          <a:xfrm xmlns:a="http://schemas.openxmlformats.org/drawingml/2006/main">
            <a:off x="6096000" y="1952625"/>
            <a:ext cx="19050" cy="3429000"/>
          </a:xfrm>
          <a:prstGeom xmlns:a="http://schemas.openxmlformats.org/drawingml/2006/main" prst="rect">
            <a:avLst/>
          </a:prstGeom>
          <a:solidFill xmlns:a="http://schemas.openxmlformats.org/drawingml/2006/main">
            <a:srgbClr val="D8D3C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72CF5A0-8880-471F-8A2A-12FC3E5C0242}"/>
              </a:ext>
            </a:extLst>
          </p:cNvPr>
          <p:cNvSpPr>
            <a:spLocks xmlns:a="http://schemas.openxmlformats.org/drawingml/2006/main" noGrp="1"/>
          </p:cNvSpPr>
          <p:nvPr/>
        </p:nvSpPr>
        <p:spPr>
          <a:xfrm xmlns:a="http://schemas.openxmlformats.org/drawingml/2006/main">
            <a:off x="857250" y="196215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1">
                <a:solidFill>
                  <a:srgbClr val="1E5D78"/>
                </a:solidFill>
              </a:defRPr>
            </a:defPPr>
            <a:lvl1pPr algn="l">
              <a:defRPr sz="1200" b="1">
                <a:solidFill>
                  <a:srgbClr val="1E5D78"/>
                </a:solidFill>
              </a:defRPr>
            </a:lvl1pPr>
            <a:lvl2pPr algn="l">
              <a:defRPr sz="1200" b="1">
                <a:solidFill>
                  <a:srgbClr val="1E5D78"/>
                </a:solidFill>
              </a:defRPr>
            </a:lvl2pPr>
            <a:lvl3pPr algn="l">
              <a:defRPr sz="1200" b="1">
                <a:solidFill>
                  <a:srgbClr val="1E5D78"/>
                </a:solidFill>
              </a:defRPr>
            </a:lvl3pPr>
            <a:lvl4pPr algn="l">
              <a:defRPr sz="1200" b="1">
                <a:solidFill>
                  <a:srgbClr val="1E5D78"/>
                </a:solidFill>
              </a:defRPr>
            </a:lvl4pPr>
            <a:lvl5pPr algn="l">
              <a:defRPr sz="1200" b="1">
                <a:solidFill>
                  <a:srgbClr val="1E5D78"/>
                </a:solidFill>
              </a:defRPr>
            </a:lvl5pPr>
            <a:lvl6pPr algn="l">
              <a:defRPr sz="1200" b="1">
                <a:solidFill>
                  <a:srgbClr val="1E5D78"/>
                </a:solidFill>
              </a:defRPr>
            </a:lvl6pPr>
            <a:lvl7pPr algn="l">
              <a:defRPr sz="1200" b="1">
                <a:solidFill>
                  <a:srgbClr val="1E5D78"/>
                </a:solidFill>
              </a:defRPr>
            </a:lvl7pPr>
            <a:lvl8pPr algn="l">
              <a:defRPr sz="1200" b="1">
                <a:solidFill>
                  <a:srgbClr val="1E5D78"/>
                </a:solidFill>
              </a:defRPr>
            </a:lvl8pPr>
            <a:lvl9pPr algn="l">
              <a:defRPr sz="1200" b="1">
                <a:solidFill>
                  <a:srgbClr val="1E5D78"/>
                </a:solidFill>
              </a:defRPr>
            </a:lvl9pPr>
          </a:lstStyle>
          <a:p xmlns:a="http://schemas.openxmlformats.org/drawingml/2006/main">
            <a:pPr algn="l">
              <a:defRPr sz="1200" b="1">
                <a:solidFill>
                  <a:srgbClr val="1E5D78"/>
                </a:solidFill>
              </a:defRPr>
            </a:pPr>
            <a:r>
              <a:rPr sz="1200" b="1">
                <a:solidFill>
                  <a:srgbClr val="1E5D78"/>
                </a:solidFill>
              </a:rPr>
              <a:t>NO ACCOUNT REQUIRED</a:t>
            </a:r>
          </a:p>
        </p:txBody>
      </p:sp>
      <p:sp>
        <p:nvSpPr>
          <p:cNvPr id="7" name="">
            <a:extLst xmlns:a="http://schemas.openxmlformats.org/drawingml/2006/main">
              <a:ext uri="{FF2B5EF4-FFF2-40B4-BE49-F238E27FC236}">
                <a16:creationId xmlns:a16="http://schemas.microsoft.com/office/drawing/2014/main" id="{619CD39E-F555-42F9-8CDF-D200618DFB21}"/>
              </a:ext>
            </a:extLst>
          </p:cNvPr>
          <p:cNvSpPr>
            <a:spLocks xmlns:a="http://schemas.openxmlformats.org/drawingml/2006/main" noGrp="1"/>
          </p:cNvSpPr>
          <p:nvPr/>
        </p:nvSpPr>
        <p:spPr>
          <a:xfrm xmlns:a="http://schemas.openxmlformats.org/drawingml/2006/main">
            <a:off x="857250" y="2381250"/>
            <a:ext cx="4524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203247"/>
                </a:solidFill>
              </a:defRPr>
            </a:defPPr>
            <a:lvl1pPr algn="l">
              <a:defRPr sz="2175" b="1">
                <a:solidFill>
                  <a:srgbClr val="203247"/>
                </a:solidFill>
              </a:defRPr>
            </a:lvl1pPr>
            <a:lvl2pPr algn="l">
              <a:defRPr sz="2175" b="1">
                <a:solidFill>
                  <a:srgbClr val="203247"/>
                </a:solidFill>
              </a:defRPr>
            </a:lvl2pPr>
            <a:lvl3pPr algn="l">
              <a:defRPr sz="2175" b="1">
                <a:solidFill>
                  <a:srgbClr val="203247"/>
                </a:solidFill>
              </a:defRPr>
            </a:lvl3pPr>
            <a:lvl4pPr algn="l">
              <a:defRPr sz="2175" b="1">
                <a:solidFill>
                  <a:srgbClr val="203247"/>
                </a:solidFill>
              </a:defRPr>
            </a:lvl4pPr>
            <a:lvl5pPr algn="l">
              <a:defRPr sz="2175" b="1">
                <a:solidFill>
                  <a:srgbClr val="203247"/>
                </a:solidFill>
              </a:defRPr>
            </a:lvl5pPr>
            <a:lvl6pPr algn="l">
              <a:defRPr sz="2175" b="1">
                <a:solidFill>
                  <a:srgbClr val="203247"/>
                </a:solidFill>
              </a:defRPr>
            </a:lvl6pPr>
            <a:lvl7pPr algn="l">
              <a:defRPr sz="2175" b="1">
                <a:solidFill>
                  <a:srgbClr val="203247"/>
                </a:solidFill>
              </a:defRPr>
            </a:lvl7pPr>
            <a:lvl8pPr algn="l">
              <a:defRPr sz="2175" b="1">
                <a:solidFill>
                  <a:srgbClr val="203247"/>
                </a:solidFill>
              </a:defRPr>
            </a:lvl8pPr>
            <a:lvl9pPr algn="l">
              <a:defRPr sz="2175" b="1">
                <a:solidFill>
                  <a:srgbClr val="203247"/>
                </a:solidFill>
              </a:defRPr>
            </a:lvl9pPr>
          </a:lstStyle>
          <a:p xmlns:a="http://schemas.openxmlformats.org/drawingml/2006/main">
            <a:pPr algn="l">
              <a:defRPr sz="2175" b="1">
                <a:solidFill>
                  <a:srgbClr val="203247"/>
                </a:solidFill>
              </a:defRPr>
            </a:pPr>
            <a:r>
              <a:rPr sz="2175" b="1">
                <a:solidFill>
                  <a:srgbClr val="203247"/>
                </a:solidFill>
              </a:rPr>
              <a:t>Quick Safety Check</a:t>
            </a:r>
          </a:p>
        </p:txBody>
      </p:sp>
      <p:sp>
        <p:nvSpPr>
          <p:cNvPr id="8" name="">
            <a:extLst xmlns:a="http://schemas.openxmlformats.org/drawingml/2006/main">
              <a:ext uri="{FF2B5EF4-FFF2-40B4-BE49-F238E27FC236}">
                <a16:creationId xmlns:a16="http://schemas.microsoft.com/office/drawing/2014/main" id="{55C7AF69-BC65-425F-8FCD-189EA44E9D67}"/>
              </a:ext>
            </a:extLst>
          </p:cNvPr>
          <p:cNvSpPr>
            <a:spLocks xmlns:a="http://schemas.openxmlformats.org/drawingml/2006/main" noGrp="1"/>
          </p:cNvSpPr>
          <p:nvPr/>
        </p:nvSpPr>
        <p:spPr>
          <a:xfrm xmlns:a="http://schemas.openxmlformats.org/drawingml/2006/main">
            <a:off x="857250" y="30289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9" name="">
            <a:extLst xmlns:a="http://schemas.openxmlformats.org/drawingml/2006/main">
              <a:ext uri="{FF2B5EF4-FFF2-40B4-BE49-F238E27FC236}">
                <a16:creationId xmlns:a16="http://schemas.microsoft.com/office/drawing/2014/main" id="{44E35BEC-35B4-4FD8-B3D7-3D16E05D1CBC}"/>
              </a:ext>
            </a:extLst>
          </p:cNvPr>
          <p:cNvSpPr>
            <a:spLocks xmlns:a="http://schemas.openxmlformats.org/drawingml/2006/main" noGrp="1"/>
          </p:cNvSpPr>
          <p:nvPr/>
        </p:nvSpPr>
        <p:spPr>
          <a:xfrm xmlns:a="http://schemas.openxmlformats.org/drawingml/2006/main">
            <a:off x="990600" y="30956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1</a:t>
            </a:r>
          </a:p>
        </p:txBody>
      </p:sp>
      <p:sp>
        <p:nvSpPr>
          <p:cNvPr id="10" name="">
            <a:extLst xmlns:a="http://schemas.openxmlformats.org/drawingml/2006/main">
              <a:ext uri="{FF2B5EF4-FFF2-40B4-BE49-F238E27FC236}">
                <a16:creationId xmlns:a16="http://schemas.microsoft.com/office/drawing/2014/main" id="{7B88ADE2-2FF8-4592-8017-4D61E32C1237}"/>
              </a:ext>
            </a:extLst>
          </p:cNvPr>
          <p:cNvSpPr>
            <a:spLocks xmlns:a="http://schemas.openxmlformats.org/drawingml/2006/main" noGrp="1"/>
          </p:cNvSpPr>
          <p:nvPr/>
        </p:nvSpPr>
        <p:spPr>
          <a:xfrm xmlns:a="http://schemas.openxmlformats.org/drawingml/2006/main">
            <a:off x="1428750" y="30956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Choose room type</a:t>
            </a:r>
          </a:p>
        </p:txBody>
      </p:sp>
      <p:sp>
        <p:nvSpPr>
          <p:cNvPr id="11" name="">
            <a:extLst xmlns:a="http://schemas.openxmlformats.org/drawingml/2006/main">
              <a:ext uri="{FF2B5EF4-FFF2-40B4-BE49-F238E27FC236}">
                <a16:creationId xmlns:a16="http://schemas.microsoft.com/office/drawing/2014/main" id="{844EDE33-BAD1-47E5-8D24-A45BF75B97BB}"/>
              </a:ext>
            </a:extLst>
          </p:cNvPr>
          <p:cNvSpPr>
            <a:spLocks xmlns:a="http://schemas.openxmlformats.org/drawingml/2006/main" noGrp="1"/>
          </p:cNvSpPr>
          <p:nvPr/>
        </p:nvSpPr>
        <p:spPr>
          <a:xfrm xmlns:a="http://schemas.openxmlformats.org/drawingml/2006/main">
            <a:off x="2895600" y="35433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7781B41-AAF4-4341-852B-DD695ADF1847}"/>
              </a:ext>
            </a:extLst>
          </p:cNvPr>
          <p:cNvSpPr>
            <a:spLocks xmlns:a="http://schemas.openxmlformats.org/drawingml/2006/main" noGrp="1"/>
          </p:cNvSpPr>
          <p:nvPr/>
        </p:nvSpPr>
        <p:spPr>
          <a:xfrm xmlns:a="http://schemas.openxmlformats.org/drawingml/2006/main">
            <a:off x="2800350" y="36099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13" name="">
            <a:extLst xmlns:a="http://schemas.openxmlformats.org/drawingml/2006/main">
              <a:ext uri="{FF2B5EF4-FFF2-40B4-BE49-F238E27FC236}">
                <a16:creationId xmlns:a16="http://schemas.microsoft.com/office/drawing/2014/main" id="{B65F4B26-DC4F-413C-BD50-B45F6AE57C5F}"/>
              </a:ext>
            </a:extLst>
          </p:cNvPr>
          <p:cNvSpPr>
            <a:spLocks xmlns:a="http://schemas.openxmlformats.org/drawingml/2006/main" noGrp="1"/>
          </p:cNvSpPr>
          <p:nvPr/>
        </p:nvSpPr>
        <p:spPr>
          <a:xfrm xmlns:a="http://schemas.openxmlformats.org/drawingml/2006/main">
            <a:off x="857250" y="37147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14" name="">
            <a:extLst xmlns:a="http://schemas.openxmlformats.org/drawingml/2006/main">
              <a:ext uri="{FF2B5EF4-FFF2-40B4-BE49-F238E27FC236}">
                <a16:creationId xmlns:a16="http://schemas.microsoft.com/office/drawing/2014/main" id="{B27BC7A8-02C3-4D83-86CA-0F66902BCC85}"/>
              </a:ext>
            </a:extLst>
          </p:cNvPr>
          <p:cNvSpPr>
            <a:spLocks xmlns:a="http://schemas.openxmlformats.org/drawingml/2006/main" noGrp="1"/>
          </p:cNvSpPr>
          <p:nvPr/>
        </p:nvSpPr>
        <p:spPr>
          <a:xfrm xmlns:a="http://schemas.openxmlformats.org/drawingml/2006/main">
            <a:off x="990600" y="37814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2</a:t>
            </a:r>
          </a:p>
        </p:txBody>
      </p:sp>
      <p:sp>
        <p:nvSpPr>
          <p:cNvPr id="15" name="">
            <a:extLst xmlns:a="http://schemas.openxmlformats.org/drawingml/2006/main">
              <a:ext uri="{FF2B5EF4-FFF2-40B4-BE49-F238E27FC236}">
                <a16:creationId xmlns:a16="http://schemas.microsoft.com/office/drawing/2014/main" id="{DD09B4B6-AC6E-42C9-B648-7C8E3F068E64}"/>
              </a:ext>
            </a:extLst>
          </p:cNvPr>
          <p:cNvSpPr>
            <a:spLocks xmlns:a="http://schemas.openxmlformats.org/drawingml/2006/main" noGrp="1"/>
          </p:cNvSpPr>
          <p:nvPr/>
        </p:nvSpPr>
        <p:spPr>
          <a:xfrm xmlns:a="http://schemas.openxmlformats.org/drawingml/2006/main">
            <a:off x="1428750" y="37814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Upload one photo</a:t>
            </a:r>
          </a:p>
        </p:txBody>
      </p:sp>
      <p:sp>
        <p:nvSpPr>
          <p:cNvPr id="16" name="">
            <a:extLst xmlns:a="http://schemas.openxmlformats.org/drawingml/2006/main">
              <a:ext uri="{FF2B5EF4-FFF2-40B4-BE49-F238E27FC236}">
                <a16:creationId xmlns:a16="http://schemas.microsoft.com/office/drawing/2014/main" id="{A304CC22-01DB-47B8-97E6-074CAA5BD8C2}"/>
              </a:ext>
            </a:extLst>
          </p:cNvPr>
          <p:cNvSpPr>
            <a:spLocks xmlns:a="http://schemas.openxmlformats.org/drawingml/2006/main" noGrp="1"/>
          </p:cNvSpPr>
          <p:nvPr/>
        </p:nvSpPr>
        <p:spPr>
          <a:xfrm xmlns:a="http://schemas.openxmlformats.org/drawingml/2006/main">
            <a:off x="2895600" y="42291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BE48E02-BA1D-41A1-8666-28A385E1FA39}"/>
              </a:ext>
            </a:extLst>
          </p:cNvPr>
          <p:cNvSpPr>
            <a:spLocks xmlns:a="http://schemas.openxmlformats.org/drawingml/2006/main" noGrp="1"/>
          </p:cNvSpPr>
          <p:nvPr/>
        </p:nvSpPr>
        <p:spPr>
          <a:xfrm xmlns:a="http://schemas.openxmlformats.org/drawingml/2006/main">
            <a:off x="2800350" y="42957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18" name="">
            <a:extLst xmlns:a="http://schemas.openxmlformats.org/drawingml/2006/main">
              <a:ext uri="{FF2B5EF4-FFF2-40B4-BE49-F238E27FC236}">
                <a16:creationId xmlns:a16="http://schemas.microsoft.com/office/drawing/2014/main" id="{548AB76E-703A-43C0-AF6B-63D35FEF9916}"/>
              </a:ext>
            </a:extLst>
          </p:cNvPr>
          <p:cNvSpPr>
            <a:spLocks xmlns:a="http://schemas.openxmlformats.org/drawingml/2006/main" noGrp="1"/>
          </p:cNvSpPr>
          <p:nvPr/>
        </p:nvSpPr>
        <p:spPr>
          <a:xfrm xmlns:a="http://schemas.openxmlformats.org/drawingml/2006/main">
            <a:off x="857250" y="44005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19" name="">
            <a:extLst xmlns:a="http://schemas.openxmlformats.org/drawingml/2006/main">
              <a:ext uri="{FF2B5EF4-FFF2-40B4-BE49-F238E27FC236}">
                <a16:creationId xmlns:a16="http://schemas.microsoft.com/office/drawing/2014/main" id="{1B5AC019-0F68-47CE-92AF-E63D29097222}"/>
              </a:ext>
            </a:extLst>
          </p:cNvPr>
          <p:cNvSpPr>
            <a:spLocks xmlns:a="http://schemas.openxmlformats.org/drawingml/2006/main" noGrp="1"/>
          </p:cNvSpPr>
          <p:nvPr/>
        </p:nvSpPr>
        <p:spPr>
          <a:xfrm xmlns:a="http://schemas.openxmlformats.org/drawingml/2006/main">
            <a:off x="990600" y="44672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3</a:t>
            </a:r>
          </a:p>
        </p:txBody>
      </p:sp>
      <p:sp>
        <p:nvSpPr>
          <p:cNvPr id="20" name="">
            <a:extLst xmlns:a="http://schemas.openxmlformats.org/drawingml/2006/main">
              <a:ext uri="{FF2B5EF4-FFF2-40B4-BE49-F238E27FC236}">
                <a16:creationId xmlns:a16="http://schemas.microsoft.com/office/drawing/2014/main" id="{A54987F6-A182-4617-B5EB-509356E080CF}"/>
              </a:ext>
            </a:extLst>
          </p:cNvPr>
          <p:cNvSpPr>
            <a:spLocks xmlns:a="http://schemas.openxmlformats.org/drawingml/2006/main" noGrp="1"/>
          </p:cNvSpPr>
          <p:nvPr/>
        </p:nvSpPr>
        <p:spPr>
          <a:xfrm xmlns:a="http://schemas.openxmlformats.org/drawingml/2006/main">
            <a:off x="1428750" y="44672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Get three priority actions</a:t>
            </a:r>
          </a:p>
        </p:txBody>
      </p:sp>
      <p:sp>
        <p:nvSpPr>
          <p:cNvPr id="21" name="">
            <a:extLst xmlns:a="http://schemas.openxmlformats.org/drawingml/2006/main">
              <a:ext uri="{FF2B5EF4-FFF2-40B4-BE49-F238E27FC236}">
                <a16:creationId xmlns:a16="http://schemas.microsoft.com/office/drawing/2014/main" id="{89D78370-A3B7-4022-A53B-675AE990B772}"/>
              </a:ext>
            </a:extLst>
          </p:cNvPr>
          <p:cNvSpPr>
            <a:spLocks xmlns:a="http://schemas.openxmlformats.org/drawingml/2006/main" noGrp="1"/>
          </p:cNvSpPr>
          <p:nvPr/>
        </p:nvSpPr>
        <p:spPr>
          <a:xfrm xmlns:a="http://schemas.openxmlformats.org/drawingml/2006/main">
            <a:off x="6800850" y="19621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1">
                <a:solidFill>
                  <a:srgbClr val="1E5D78"/>
                </a:solidFill>
              </a:defRPr>
            </a:defPPr>
            <a:lvl1pPr algn="l">
              <a:defRPr sz="1200" b="1">
                <a:solidFill>
                  <a:srgbClr val="1E5D78"/>
                </a:solidFill>
              </a:defRPr>
            </a:lvl1pPr>
            <a:lvl2pPr algn="l">
              <a:defRPr sz="1200" b="1">
                <a:solidFill>
                  <a:srgbClr val="1E5D78"/>
                </a:solidFill>
              </a:defRPr>
            </a:lvl2pPr>
            <a:lvl3pPr algn="l">
              <a:defRPr sz="1200" b="1">
                <a:solidFill>
                  <a:srgbClr val="1E5D78"/>
                </a:solidFill>
              </a:defRPr>
            </a:lvl3pPr>
            <a:lvl4pPr algn="l">
              <a:defRPr sz="1200" b="1">
                <a:solidFill>
                  <a:srgbClr val="1E5D78"/>
                </a:solidFill>
              </a:defRPr>
            </a:lvl4pPr>
            <a:lvl5pPr algn="l">
              <a:defRPr sz="1200" b="1">
                <a:solidFill>
                  <a:srgbClr val="1E5D78"/>
                </a:solidFill>
              </a:defRPr>
            </a:lvl5pPr>
            <a:lvl6pPr algn="l">
              <a:defRPr sz="1200" b="1">
                <a:solidFill>
                  <a:srgbClr val="1E5D78"/>
                </a:solidFill>
              </a:defRPr>
            </a:lvl6pPr>
            <a:lvl7pPr algn="l">
              <a:defRPr sz="1200" b="1">
                <a:solidFill>
                  <a:srgbClr val="1E5D78"/>
                </a:solidFill>
              </a:defRPr>
            </a:lvl7pPr>
            <a:lvl8pPr algn="l">
              <a:defRPr sz="1200" b="1">
                <a:solidFill>
                  <a:srgbClr val="1E5D78"/>
                </a:solidFill>
              </a:defRPr>
            </a:lvl8pPr>
            <a:lvl9pPr algn="l">
              <a:defRPr sz="1200" b="1">
                <a:solidFill>
                  <a:srgbClr val="1E5D78"/>
                </a:solidFill>
              </a:defRPr>
            </a:lvl9pPr>
          </a:lstStyle>
          <a:p xmlns:a="http://schemas.openxmlformats.org/drawingml/2006/main">
            <a:pPr algn="l">
              <a:defRPr sz="1200" b="1">
                <a:solidFill>
                  <a:srgbClr val="1E5D78"/>
                </a:solidFill>
              </a:defRPr>
            </a:pPr>
            <a:r>
              <a:rPr sz="1200" b="1">
                <a:solidFill>
                  <a:srgbClr val="1E5D78"/>
                </a:solidFill>
              </a:rPr>
              <a:t>OPTIONAL ACCOUNT</a:t>
            </a:r>
          </a:p>
        </p:txBody>
      </p:sp>
      <p:sp>
        <p:nvSpPr>
          <p:cNvPr id="22" name="">
            <a:extLst xmlns:a="http://schemas.openxmlformats.org/drawingml/2006/main">
              <a:ext uri="{FF2B5EF4-FFF2-40B4-BE49-F238E27FC236}">
                <a16:creationId xmlns:a16="http://schemas.microsoft.com/office/drawing/2014/main" id="{7E7D0A3E-8B86-4D81-B368-C64301AEABF9}"/>
              </a:ext>
            </a:extLst>
          </p:cNvPr>
          <p:cNvSpPr>
            <a:spLocks xmlns:a="http://schemas.openxmlformats.org/drawingml/2006/main" noGrp="1"/>
          </p:cNvSpPr>
          <p:nvPr/>
        </p:nvSpPr>
        <p:spPr>
          <a:xfrm xmlns:a="http://schemas.openxmlformats.org/drawingml/2006/main">
            <a:off x="6800850" y="2381250"/>
            <a:ext cx="4524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203247"/>
                </a:solidFill>
              </a:defRPr>
            </a:defPPr>
            <a:lvl1pPr algn="l">
              <a:defRPr sz="2175" b="1">
                <a:solidFill>
                  <a:srgbClr val="203247"/>
                </a:solidFill>
              </a:defRPr>
            </a:lvl1pPr>
            <a:lvl2pPr algn="l">
              <a:defRPr sz="2175" b="1">
                <a:solidFill>
                  <a:srgbClr val="203247"/>
                </a:solidFill>
              </a:defRPr>
            </a:lvl2pPr>
            <a:lvl3pPr algn="l">
              <a:defRPr sz="2175" b="1">
                <a:solidFill>
                  <a:srgbClr val="203247"/>
                </a:solidFill>
              </a:defRPr>
            </a:lvl3pPr>
            <a:lvl4pPr algn="l">
              <a:defRPr sz="2175" b="1">
                <a:solidFill>
                  <a:srgbClr val="203247"/>
                </a:solidFill>
              </a:defRPr>
            </a:lvl4pPr>
            <a:lvl5pPr algn="l">
              <a:defRPr sz="2175" b="1">
                <a:solidFill>
                  <a:srgbClr val="203247"/>
                </a:solidFill>
              </a:defRPr>
            </a:lvl5pPr>
            <a:lvl6pPr algn="l">
              <a:defRPr sz="2175" b="1">
                <a:solidFill>
                  <a:srgbClr val="203247"/>
                </a:solidFill>
              </a:defRPr>
            </a:lvl6pPr>
            <a:lvl7pPr algn="l">
              <a:defRPr sz="2175" b="1">
                <a:solidFill>
                  <a:srgbClr val="203247"/>
                </a:solidFill>
              </a:defRPr>
            </a:lvl7pPr>
            <a:lvl8pPr algn="l">
              <a:defRPr sz="2175" b="1">
                <a:solidFill>
                  <a:srgbClr val="203247"/>
                </a:solidFill>
              </a:defRPr>
            </a:lvl8pPr>
            <a:lvl9pPr algn="l">
              <a:defRPr sz="2175" b="1">
                <a:solidFill>
                  <a:srgbClr val="203247"/>
                </a:solidFill>
              </a:defRPr>
            </a:lvl9pPr>
          </a:lstStyle>
          <a:p xmlns:a="http://schemas.openxmlformats.org/drawingml/2006/main">
            <a:pPr algn="l">
              <a:defRPr sz="2175" b="1">
                <a:solidFill>
                  <a:srgbClr val="203247"/>
                </a:solidFill>
              </a:defRPr>
            </a:pPr>
            <a:r>
              <a:rPr sz="2175" b="1">
                <a:solidFill>
                  <a:srgbClr val="203247"/>
                </a:solidFill>
              </a:rPr>
              <a:t>Keep the progress</a:t>
            </a:r>
          </a:p>
        </p:txBody>
      </p:sp>
      <p:sp>
        <p:nvSpPr>
          <p:cNvPr id="23" name="">
            <a:extLst xmlns:a="http://schemas.openxmlformats.org/drawingml/2006/main">
              <a:ext uri="{FF2B5EF4-FFF2-40B4-BE49-F238E27FC236}">
                <a16:creationId xmlns:a16="http://schemas.microsoft.com/office/drawing/2014/main" id="{92B183E7-CC11-40AA-A524-7D840CDAEC75}"/>
              </a:ext>
            </a:extLst>
          </p:cNvPr>
          <p:cNvSpPr>
            <a:spLocks xmlns:a="http://schemas.openxmlformats.org/drawingml/2006/main" noGrp="1"/>
          </p:cNvSpPr>
          <p:nvPr/>
        </p:nvSpPr>
        <p:spPr>
          <a:xfrm xmlns:a="http://schemas.openxmlformats.org/drawingml/2006/main">
            <a:off x="6800850" y="30289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24" name="">
            <a:extLst xmlns:a="http://schemas.openxmlformats.org/drawingml/2006/main">
              <a:ext uri="{FF2B5EF4-FFF2-40B4-BE49-F238E27FC236}">
                <a16:creationId xmlns:a16="http://schemas.microsoft.com/office/drawing/2014/main" id="{B7EB94CF-5CBB-443F-BFC6-3B0638061A13}"/>
              </a:ext>
            </a:extLst>
          </p:cNvPr>
          <p:cNvSpPr>
            <a:spLocks xmlns:a="http://schemas.openxmlformats.org/drawingml/2006/main" noGrp="1"/>
          </p:cNvSpPr>
          <p:nvPr/>
        </p:nvSpPr>
        <p:spPr>
          <a:xfrm xmlns:a="http://schemas.openxmlformats.org/drawingml/2006/main">
            <a:off x="6934200" y="30956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1</a:t>
            </a:r>
          </a:p>
        </p:txBody>
      </p:sp>
      <p:sp>
        <p:nvSpPr>
          <p:cNvPr id="25" name="">
            <a:extLst xmlns:a="http://schemas.openxmlformats.org/drawingml/2006/main">
              <a:ext uri="{FF2B5EF4-FFF2-40B4-BE49-F238E27FC236}">
                <a16:creationId xmlns:a16="http://schemas.microsoft.com/office/drawing/2014/main" id="{7C7AF7C3-58CC-40C1-8EC1-519A2BF171D0}"/>
              </a:ext>
            </a:extLst>
          </p:cNvPr>
          <p:cNvSpPr>
            <a:spLocks xmlns:a="http://schemas.openxmlformats.org/drawingml/2006/main" noGrp="1"/>
          </p:cNvSpPr>
          <p:nvPr/>
        </p:nvSpPr>
        <p:spPr>
          <a:xfrm xmlns:a="http://schemas.openxmlformats.org/drawingml/2006/main">
            <a:off x="7372350" y="30956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Sign in and select Room Name</a:t>
            </a:r>
          </a:p>
        </p:txBody>
      </p:sp>
      <p:sp>
        <p:nvSpPr>
          <p:cNvPr id="26" name="">
            <a:extLst xmlns:a="http://schemas.openxmlformats.org/drawingml/2006/main">
              <a:ext uri="{FF2B5EF4-FFF2-40B4-BE49-F238E27FC236}">
                <a16:creationId xmlns:a16="http://schemas.microsoft.com/office/drawing/2014/main" id="{1DEF6274-5DB2-4D70-B8F7-361F944F5D9B}"/>
              </a:ext>
            </a:extLst>
          </p:cNvPr>
          <p:cNvSpPr>
            <a:spLocks xmlns:a="http://schemas.openxmlformats.org/drawingml/2006/main" noGrp="1"/>
          </p:cNvSpPr>
          <p:nvPr/>
        </p:nvSpPr>
        <p:spPr>
          <a:xfrm xmlns:a="http://schemas.openxmlformats.org/drawingml/2006/main">
            <a:off x="8839200" y="35433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D4A88E7-2298-48DA-BDA5-9CF7DB78EE45}"/>
              </a:ext>
            </a:extLst>
          </p:cNvPr>
          <p:cNvSpPr>
            <a:spLocks xmlns:a="http://schemas.openxmlformats.org/drawingml/2006/main" noGrp="1"/>
          </p:cNvSpPr>
          <p:nvPr/>
        </p:nvSpPr>
        <p:spPr>
          <a:xfrm xmlns:a="http://schemas.openxmlformats.org/drawingml/2006/main">
            <a:off x="8743950" y="36099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28" name="">
            <a:extLst xmlns:a="http://schemas.openxmlformats.org/drawingml/2006/main">
              <a:ext uri="{FF2B5EF4-FFF2-40B4-BE49-F238E27FC236}">
                <a16:creationId xmlns:a16="http://schemas.microsoft.com/office/drawing/2014/main" id="{DACAD14E-D5B5-4D0F-AA4B-AFB349C57A7D}"/>
              </a:ext>
            </a:extLst>
          </p:cNvPr>
          <p:cNvSpPr>
            <a:spLocks xmlns:a="http://schemas.openxmlformats.org/drawingml/2006/main" noGrp="1"/>
          </p:cNvSpPr>
          <p:nvPr/>
        </p:nvSpPr>
        <p:spPr>
          <a:xfrm xmlns:a="http://schemas.openxmlformats.org/drawingml/2006/main">
            <a:off x="6800850" y="37147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29" name="">
            <a:extLst xmlns:a="http://schemas.openxmlformats.org/drawingml/2006/main">
              <a:ext uri="{FF2B5EF4-FFF2-40B4-BE49-F238E27FC236}">
                <a16:creationId xmlns:a16="http://schemas.microsoft.com/office/drawing/2014/main" id="{F93C63A6-C836-43A8-AFAE-EAF1EB84951F}"/>
              </a:ext>
            </a:extLst>
          </p:cNvPr>
          <p:cNvSpPr>
            <a:spLocks xmlns:a="http://schemas.openxmlformats.org/drawingml/2006/main" noGrp="1"/>
          </p:cNvSpPr>
          <p:nvPr/>
        </p:nvSpPr>
        <p:spPr>
          <a:xfrm xmlns:a="http://schemas.openxmlformats.org/drawingml/2006/main">
            <a:off x="6934200" y="37814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2</a:t>
            </a:r>
          </a:p>
        </p:txBody>
      </p:sp>
      <p:sp>
        <p:nvSpPr>
          <p:cNvPr id="30" name="">
            <a:extLst xmlns:a="http://schemas.openxmlformats.org/drawingml/2006/main">
              <a:ext uri="{FF2B5EF4-FFF2-40B4-BE49-F238E27FC236}">
                <a16:creationId xmlns:a16="http://schemas.microsoft.com/office/drawing/2014/main" id="{C1934899-4689-47F8-92F1-47EA26394137}"/>
              </a:ext>
            </a:extLst>
          </p:cNvPr>
          <p:cNvSpPr>
            <a:spLocks xmlns:a="http://schemas.openxmlformats.org/drawingml/2006/main" noGrp="1"/>
          </p:cNvSpPr>
          <p:nvPr/>
        </p:nvSpPr>
        <p:spPr>
          <a:xfrm xmlns:a="http://schemas.openxmlformats.org/drawingml/2006/main">
            <a:off x="7372350" y="37814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Run the same safety check</a:t>
            </a:r>
          </a:p>
        </p:txBody>
      </p:sp>
      <p:sp>
        <p:nvSpPr>
          <p:cNvPr id="31" name="">
            <a:extLst xmlns:a="http://schemas.openxmlformats.org/drawingml/2006/main">
              <a:ext uri="{FF2B5EF4-FFF2-40B4-BE49-F238E27FC236}">
                <a16:creationId xmlns:a16="http://schemas.microsoft.com/office/drawing/2014/main" id="{5D49F051-026A-4392-AF1E-50CBC31F9E14}"/>
              </a:ext>
            </a:extLst>
          </p:cNvPr>
          <p:cNvSpPr>
            <a:spLocks xmlns:a="http://schemas.openxmlformats.org/drawingml/2006/main" noGrp="1"/>
          </p:cNvSpPr>
          <p:nvPr/>
        </p:nvSpPr>
        <p:spPr>
          <a:xfrm xmlns:a="http://schemas.openxmlformats.org/drawingml/2006/main">
            <a:off x="8839200" y="42291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F76B57DB-1270-41CB-85A0-C2ABED58545C}"/>
              </a:ext>
            </a:extLst>
          </p:cNvPr>
          <p:cNvSpPr>
            <a:spLocks xmlns:a="http://schemas.openxmlformats.org/drawingml/2006/main" noGrp="1"/>
          </p:cNvSpPr>
          <p:nvPr/>
        </p:nvSpPr>
        <p:spPr>
          <a:xfrm xmlns:a="http://schemas.openxmlformats.org/drawingml/2006/main">
            <a:off x="8743950" y="42957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33" name="">
            <a:extLst xmlns:a="http://schemas.openxmlformats.org/drawingml/2006/main">
              <a:ext uri="{FF2B5EF4-FFF2-40B4-BE49-F238E27FC236}">
                <a16:creationId xmlns:a16="http://schemas.microsoft.com/office/drawing/2014/main" id="{B103C489-BC9F-434A-A34C-08D513DDE251}"/>
              </a:ext>
            </a:extLst>
          </p:cNvPr>
          <p:cNvSpPr>
            <a:spLocks xmlns:a="http://schemas.openxmlformats.org/drawingml/2006/main" noGrp="1"/>
          </p:cNvSpPr>
          <p:nvPr/>
        </p:nvSpPr>
        <p:spPr>
          <a:xfrm xmlns:a="http://schemas.openxmlformats.org/drawingml/2006/main">
            <a:off x="6800850" y="44005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34" name="">
            <a:extLst xmlns:a="http://schemas.openxmlformats.org/drawingml/2006/main">
              <a:ext uri="{FF2B5EF4-FFF2-40B4-BE49-F238E27FC236}">
                <a16:creationId xmlns:a16="http://schemas.microsoft.com/office/drawing/2014/main" id="{B93E6A84-520B-4117-8A9C-D216979E9D21}"/>
              </a:ext>
            </a:extLst>
          </p:cNvPr>
          <p:cNvSpPr>
            <a:spLocks xmlns:a="http://schemas.openxmlformats.org/drawingml/2006/main" noGrp="1"/>
          </p:cNvSpPr>
          <p:nvPr/>
        </p:nvSpPr>
        <p:spPr>
          <a:xfrm xmlns:a="http://schemas.openxmlformats.org/drawingml/2006/main">
            <a:off x="6934200" y="44672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3</a:t>
            </a:r>
          </a:p>
        </p:txBody>
      </p:sp>
      <p:sp>
        <p:nvSpPr>
          <p:cNvPr id="35" name="">
            <a:extLst xmlns:a="http://schemas.openxmlformats.org/drawingml/2006/main">
              <a:ext uri="{FF2B5EF4-FFF2-40B4-BE49-F238E27FC236}">
                <a16:creationId xmlns:a16="http://schemas.microsoft.com/office/drawing/2014/main" id="{0613083E-01E7-4398-8351-3DFEC94DA85D}"/>
              </a:ext>
            </a:extLst>
          </p:cNvPr>
          <p:cNvSpPr>
            <a:spLocks xmlns:a="http://schemas.openxmlformats.org/drawingml/2006/main" noGrp="1"/>
          </p:cNvSpPr>
          <p:nvPr/>
        </p:nvSpPr>
        <p:spPr>
          <a:xfrm xmlns:a="http://schemas.openxmlformats.org/drawingml/2006/main">
            <a:off x="7372350" y="44672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Track trends and share summaries</a:t>
            </a:r>
          </a:p>
        </p:txBody>
      </p:sp>
      <p:sp>
        <p:nvSpPr>
          <p:cNvPr id="36" name="">
            <a:extLst xmlns:a="http://schemas.openxmlformats.org/drawingml/2006/main">
              <a:ext uri="{FF2B5EF4-FFF2-40B4-BE49-F238E27FC236}">
                <a16:creationId xmlns:a16="http://schemas.microsoft.com/office/drawing/2014/main" id="{58F7EA18-164D-4A1F-AF33-6B9B182AD9D7}"/>
              </a:ext>
            </a:extLst>
          </p:cNvPr>
          <p:cNvSpPr>
            <a:spLocks xmlns:a="http://schemas.openxmlformats.org/drawingml/2006/main" noGrp="1"/>
          </p:cNvSpPr>
          <p:nvPr/>
        </p:nvSpPr>
        <p:spPr>
          <a:xfrm xmlns:a="http://schemas.openxmlformats.org/drawingml/2006/main">
            <a:off x="857250" y="5219700"/>
            <a:ext cx="10458450" cy="19050"/>
          </a:xfrm>
          <a:prstGeom xmlns:a="http://schemas.openxmlformats.org/drawingml/2006/main" prst="rect">
            <a:avLst/>
          </a:prstGeom>
          <a:solidFill xmlns:a="http://schemas.openxmlformats.org/drawingml/2006/main">
            <a:srgbClr val="D8D3CA"/>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406A9634-D88B-405E-9910-C382A70AE810}"/>
              </a:ext>
            </a:extLst>
          </p:cNvPr>
          <p:cNvSpPr>
            <a:spLocks xmlns:a="http://schemas.openxmlformats.org/drawingml/2006/main" noGrp="1"/>
          </p:cNvSpPr>
          <p:nvPr/>
        </p:nvSpPr>
        <p:spPr>
          <a:xfrm xmlns:a="http://schemas.openxmlformats.org/drawingml/2006/main">
            <a:off x="2381250" y="5314950"/>
            <a:ext cx="7429500" cy="552450"/>
          </a:xfrm>
          <a:prstGeom xmlns:a="http://schemas.openxmlformats.org/drawingml/2006/main" prst="roundRect">
            <a:avLst>
              <a:gd name="adj" fmla="val 13793"/>
            </a:avLst>
          </a:prstGeom>
          <a:solidFill xmlns:a="http://schemas.openxmlformats.org/drawingml/2006/main">
            <a:srgbClr val="E3EEF1"/>
          </a:solidFill>
          <a:ln xmlns:a="http://schemas.openxmlformats.org/drawingml/2006/main" w="9525">
            <a:solidFill>
              <a:srgbClr val="1E5D78"/>
            </a:solidFill>
            <a:prstDash val="solid"/>
          </a:ln>
        </p:spPr>
      </p:sp>
      <p:sp>
        <p:nvSpPr>
          <p:cNvPr id="38" name="">
            <a:extLst xmlns:a="http://schemas.openxmlformats.org/drawingml/2006/main">
              <a:ext uri="{FF2B5EF4-FFF2-40B4-BE49-F238E27FC236}">
                <a16:creationId xmlns:a16="http://schemas.microsoft.com/office/drawing/2014/main" id="{70DCEAE4-8CE2-4C51-A9A6-A1B128CD6AEB}"/>
              </a:ext>
            </a:extLst>
          </p:cNvPr>
          <p:cNvSpPr>
            <a:spLocks xmlns:a="http://schemas.openxmlformats.org/drawingml/2006/main" noGrp="1"/>
          </p:cNvSpPr>
          <p:nvPr/>
        </p:nvSpPr>
        <p:spPr>
          <a:xfrm xmlns:a="http://schemas.openxmlformats.org/drawingml/2006/main">
            <a:off x="2571750" y="5410200"/>
            <a:ext cx="704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AN ACCOUNT ADDS  saved progress  •  comparisons  •  sharing</a:t>
            </a:r>
          </a:p>
        </p:txBody>
      </p:sp>
    </p:spTree>
    <p:extLst>
      <p:ext uri="{BB962C8B-B14F-4D97-AF65-F5344CB8AC3E}">
        <p14:creationId xmlns:p14="http://schemas.microsoft.com/office/powerpoint/2010/main" val="1515423826"/>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77B4790B-8C52-435A-80C2-A0F886A1BF26}"/>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05F0D58-24DF-43E7-BD8C-7FFA0D331467}"/>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The system and the problem I solved</a:t>
            </a:r>
          </a:p>
        </p:txBody>
      </p:sp>
      <p:sp>
        <p:nvSpPr>
          <p:cNvPr id="3" name="">
            <a:extLst xmlns:a="http://schemas.openxmlformats.org/drawingml/2006/main">
              <a:ext uri="{FF2B5EF4-FFF2-40B4-BE49-F238E27FC236}">
                <a16:creationId xmlns:a16="http://schemas.microsoft.com/office/drawing/2014/main" id="{9421B436-847A-4390-B890-9F45E1C1F35C}"/>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Python rules keep an AI-assisted score explainable and consistent.</a:t>
            </a:r>
          </a:p>
        </p:txBody>
      </p:sp>
      <p:sp>
        <p:nvSpPr>
          <p:cNvPr id="4" name="">
            <a:extLst xmlns:a="http://schemas.openxmlformats.org/drawingml/2006/main">
              <a:ext uri="{FF2B5EF4-FFF2-40B4-BE49-F238E27FC236}">
                <a16:creationId xmlns:a16="http://schemas.microsoft.com/office/drawing/2014/main" id="{5CF863D7-C85B-439C-97E1-0228BF9829E7}"/>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3</a:t>
            </a:r>
          </a:p>
        </p:txBody>
      </p:sp>
      <p:sp>
        <p:nvSpPr>
          <p:cNvPr id="5" name="">
            <a:extLst xmlns:a="http://schemas.openxmlformats.org/drawingml/2006/main">
              <a:ext uri="{FF2B5EF4-FFF2-40B4-BE49-F238E27FC236}">
                <a16:creationId xmlns:a16="http://schemas.microsoft.com/office/drawing/2014/main" id="{71E34810-A413-4ECD-92F9-7B3ECB347650}"/>
              </a:ext>
            </a:extLst>
          </p:cNvPr>
          <p:cNvSpPr>
            <a:spLocks xmlns:a="http://schemas.openxmlformats.org/drawingml/2006/main" noGrp="1"/>
          </p:cNvSpPr>
          <p:nvPr/>
        </p:nvSpPr>
        <p:spPr>
          <a:xfrm xmlns:a="http://schemas.openxmlformats.org/drawingml/2006/main">
            <a:off x="4762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6" name="">
            <a:extLst xmlns:a="http://schemas.openxmlformats.org/drawingml/2006/main">
              <a:ext uri="{FF2B5EF4-FFF2-40B4-BE49-F238E27FC236}">
                <a16:creationId xmlns:a16="http://schemas.microsoft.com/office/drawing/2014/main" id="{D0515306-7820-44F5-9B56-F210419B5C08}"/>
              </a:ext>
            </a:extLst>
          </p:cNvPr>
          <p:cNvSpPr>
            <a:spLocks xmlns:a="http://schemas.openxmlformats.org/drawingml/2006/main" noGrp="1"/>
          </p:cNvSpPr>
          <p:nvPr/>
        </p:nvSpPr>
        <p:spPr>
          <a:xfrm xmlns:a="http://schemas.openxmlformats.org/drawingml/2006/main">
            <a:off x="5715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STREAMLIT</a:t>
            </a:r>
          </a:p>
        </p:txBody>
      </p:sp>
      <p:sp>
        <p:nvSpPr>
          <p:cNvPr id="7" name="">
            <a:extLst xmlns:a="http://schemas.openxmlformats.org/drawingml/2006/main">
              <a:ext uri="{FF2B5EF4-FFF2-40B4-BE49-F238E27FC236}">
                <a16:creationId xmlns:a16="http://schemas.microsoft.com/office/drawing/2014/main" id="{9659848B-3D4C-4BE0-9E6B-0FBCCEFA3D35}"/>
              </a:ext>
            </a:extLst>
          </p:cNvPr>
          <p:cNvSpPr>
            <a:spLocks xmlns:a="http://schemas.openxmlformats.org/drawingml/2006/main" noGrp="1"/>
          </p:cNvSpPr>
          <p:nvPr/>
        </p:nvSpPr>
        <p:spPr>
          <a:xfrm xmlns:a="http://schemas.openxmlformats.org/drawingml/2006/main">
            <a:off x="5905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receives photo</a:t>
            </a:r>
          </a:p>
          <a:p xmlns:a="http://schemas.openxmlformats.org/drawingml/2006/main">
            <a:pPr algn="ctr">
              <a:defRPr sz="1200" b="0">
                <a:solidFill>
                  <a:srgbClr val="2C3E50"/>
                </a:solidFill>
              </a:defRPr>
            </a:pPr>
            <a:r>
              <a:rPr sz="1200" b="0">
                <a:solidFill>
                  <a:srgbClr val="2C3E50"/>
                </a:solidFill>
              </a:rPr>
              <a:t>and Room Type</a:t>
            </a:r>
          </a:p>
        </p:txBody>
      </p:sp>
      <p:sp>
        <p:nvSpPr>
          <p:cNvPr id="8" name="">
            <a:extLst xmlns:a="http://schemas.openxmlformats.org/drawingml/2006/main">
              <a:ext uri="{FF2B5EF4-FFF2-40B4-BE49-F238E27FC236}">
                <a16:creationId xmlns:a16="http://schemas.microsoft.com/office/drawing/2014/main" id="{ED4F69C7-CC7C-4D01-BE55-638589BABB53}"/>
              </a:ext>
            </a:extLst>
          </p:cNvPr>
          <p:cNvSpPr>
            <a:spLocks xmlns:a="http://schemas.openxmlformats.org/drawingml/2006/main" noGrp="1"/>
          </p:cNvSpPr>
          <p:nvPr/>
        </p:nvSpPr>
        <p:spPr>
          <a:xfrm xmlns:a="http://schemas.openxmlformats.org/drawingml/2006/main">
            <a:off x="21336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9" name="">
            <a:extLst xmlns:a="http://schemas.openxmlformats.org/drawingml/2006/main">
              <a:ext uri="{FF2B5EF4-FFF2-40B4-BE49-F238E27FC236}">
                <a16:creationId xmlns:a16="http://schemas.microsoft.com/office/drawing/2014/main" id="{31CA6EC6-D275-4057-917B-7B3CBD275C9B}"/>
              </a:ext>
            </a:extLst>
          </p:cNvPr>
          <p:cNvSpPr>
            <a:spLocks xmlns:a="http://schemas.openxmlformats.org/drawingml/2006/main" noGrp="1"/>
          </p:cNvSpPr>
          <p:nvPr/>
        </p:nvSpPr>
        <p:spPr>
          <a:xfrm xmlns:a="http://schemas.openxmlformats.org/drawingml/2006/main">
            <a:off x="24193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10" name="">
            <a:extLst xmlns:a="http://schemas.openxmlformats.org/drawingml/2006/main">
              <a:ext uri="{FF2B5EF4-FFF2-40B4-BE49-F238E27FC236}">
                <a16:creationId xmlns:a16="http://schemas.microsoft.com/office/drawing/2014/main" id="{94D5CCBE-02E7-48BC-9610-E0B75200BA41}"/>
              </a:ext>
            </a:extLst>
          </p:cNvPr>
          <p:cNvSpPr>
            <a:spLocks xmlns:a="http://schemas.openxmlformats.org/drawingml/2006/main" noGrp="1"/>
          </p:cNvSpPr>
          <p:nvPr/>
        </p:nvSpPr>
        <p:spPr>
          <a:xfrm xmlns:a="http://schemas.openxmlformats.org/drawingml/2006/main">
            <a:off x="25146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QUALITY GATE</a:t>
            </a:r>
          </a:p>
        </p:txBody>
      </p:sp>
      <p:sp>
        <p:nvSpPr>
          <p:cNvPr id="11" name="">
            <a:extLst xmlns:a="http://schemas.openxmlformats.org/drawingml/2006/main">
              <a:ext uri="{FF2B5EF4-FFF2-40B4-BE49-F238E27FC236}">
                <a16:creationId xmlns:a16="http://schemas.microsoft.com/office/drawing/2014/main" id="{0EA2420C-E77A-4E4C-A493-C467A09E2B37}"/>
              </a:ext>
            </a:extLst>
          </p:cNvPr>
          <p:cNvSpPr>
            <a:spLocks xmlns:a="http://schemas.openxmlformats.org/drawingml/2006/main" noGrp="1"/>
          </p:cNvSpPr>
          <p:nvPr/>
        </p:nvSpPr>
        <p:spPr>
          <a:xfrm xmlns:a="http://schemas.openxmlformats.org/drawingml/2006/main">
            <a:off x="25336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orientation • light</a:t>
            </a:r>
          </a:p>
          <a:p xmlns:a="http://schemas.openxmlformats.org/drawingml/2006/main">
            <a:pPr algn="ctr">
              <a:defRPr sz="1200" b="0">
                <a:solidFill>
                  <a:srgbClr val="2C3E50"/>
                </a:solidFill>
              </a:defRPr>
            </a:pPr>
            <a:r>
              <a:rPr sz="1200" b="0">
                <a:solidFill>
                  <a:srgbClr val="2C3E50"/>
                </a:solidFill>
              </a:rPr>
              <a:t>contrast • blur</a:t>
            </a:r>
          </a:p>
        </p:txBody>
      </p:sp>
      <p:sp>
        <p:nvSpPr>
          <p:cNvPr id="12" name="">
            <a:extLst xmlns:a="http://schemas.openxmlformats.org/drawingml/2006/main">
              <a:ext uri="{FF2B5EF4-FFF2-40B4-BE49-F238E27FC236}">
                <a16:creationId xmlns:a16="http://schemas.microsoft.com/office/drawing/2014/main" id="{024E7D20-096C-405D-BDF7-6B57937177BE}"/>
              </a:ext>
            </a:extLst>
          </p:cNvPr>
          <p:cNvSpPr>
            <a:spLocks xmlns:a="http://schemas.openxmlformats.org/drawingml/2006/main" noGrp="1"/>
          </p:cNvSpPr>
          <p:nvPr/>
        </p:nvSpPr>
        <p:spPr>
          <a:xfrm xmlns:a="http://schemas.openxmlformats.org/drawingml/2006/main">
            <a:off x="40767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13" name="">
            <a:extLst xmlns:a="http://schemas.openxmlformats.org/drawingml/2006/main">
              <a:ext uri="{FF2B5EF4-FFF2-40B4-BE49-F238E27FC236}">
                <a16:creationId xmlns:a16="http://schemas.microsoft.com/office/drawing/2014/main" id="{2AD8EF15-49C6-4B83-9C29-7247A15BC017}"/>
              </a:ext>
            </a:extLst>
          </p:cNvPr>
          <p:cNvSpPr>
            <a:spLocks xmlns:a="http://schemas.openxmlformats.org/drawingml/2006/main" noGrp="1"/>
          </p:cNvSpPr>
          <p:nvPr/>
        </p:nvSpPr>
        <p:spPr>
          <a:xfrm xmlns:a="http://schemas.openxmlformats.org/drawingml/2006/main">
            <a:off x="43624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14" name="">
            <a:extLst xmlns:a="http://schemas.openxmlformats.org/drawingml/2006/main">
              <a:ext uri="{FF2B5EF4-FFF2-40B4-BE49-F238E27FC236}">
                <a16:creationId xmlns:a16="http://schemas.microsoft.com/office/drawing/2014/main" id="{E326A2BB-8208-4677-AEFD-6875FD54C73F}"/>
              </a:ext>
            </a:extLst>
          </p:cNvPr>
          <p:cNvSpPr>
            <a:spLocks xmlns:a="http://schemas.openxmlformats.org/drawingml/2006/main" noGrp="1"/>
          </p:cNvSpPr>
          <p:nvPr/>
        </p:nvSpPr>
        <p:spPr>
          <a:xfrm xmlns:a="http://schemas.openxmlformats.org/drawingml/2006/main">
            <a:off x="44577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OPENAI VISION</a:t>
            </a:r>
          </a:p>
        </p:txBody>
      </p:sp>
      <p:sp>
        <p:nvSpPr>
          <p:cNvPr id="15" name="">
            <a:extLst xmlns:a="http://schemas.openxmlformats.org/drawingml/2006/main">
              <a:ext uri="{FF2B5EF4-FFF2-40B4-BE49-F238E27FC236}">
                <a16:creationId xmlns:a16="http://schemas.microsoft.com/office/drawing/2014/main" id="{D95DC301-673F-405C-ADBB-2300B6DCD9AA}"/>
              </a:ext>
            </a:extLst>
          </p:cNvPr>
          <p:cNvSpPr>
            <a:spLocks xmlns:a="http://schemas.openxmlformats.org/drawingml/2006/main" noGrp="1"/>
          </p:cNvSpPr>
          <p:nvPr/>
        </p:nvSpPr>
        <p:spPr>
          <a:xfrm xmlns:a="http://schemas.openxmlformats.org/drawingml/2006/main">
            <a:off x="44767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hazards • evidence</a:t>
            </a:r>
          </a:p>
          <a:p xmlns:a="http://schemas.openxmlformats.org/drawingml/2006/main">
            <a:pPr algn="ctr">
              <a:defRPr sz="1200" b="0">
                <a:solidFill>
                  <a:srgbClr val="2C3E50"/>
                </a:solidFill>
              </a:defRPr>
            </a:pPr>
            <a:r>
              <a:rPr sz="1200" b="0">
                <a:solidFill>
                  <a:srgbClr val="2C3E50"/>
                </a:solidFill>
              </a:rPr>
              <a:t>confidence • x/y</a:t>
            </a:r>
          </a:p>
        </p:txBody>
      </p:sp>
      <p:sp>
        <p:nvSpPr>
          <p:cNvPr id="16" name="">
            <a:extLst xmlns:a="http://schemas.openxmlformats.org/drawingml/2006/main">
              <a:ext uri="{FF2B5EF4-FFF2-40B4-BE49-F238E27FC236}">
                <a16:creationId xmlns:a16="http://schemas.microsoft.com/office/drawing/2014/main" id="{F756ED9D-9655-4CA6-9F60-54693A467C80}"/>
              </a:ext>
            </a:extLst>
          </p:cNvPr>
          <p:cNvSpPr>
            <a:spLocks xmlns:a="http://schemas.openxmlformats.org/drawingml/2006/main" noGrp="1"/>
          </p:cNvSpPr>
          <p:nvPr/>
        </p:nvSpPr>
        <p:spPr>
          <a:xfrm xmlns:a="http://schemas.openxmlformats.org/drawingml/2006/main">
            <a:off x="60198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17" name="">
            <a:extLst xmlns:a="http://schemas.openxmlformats.org/drawingml/2006/main">
              <a:ext uri="{FF2B5EF4-FFF2-40B4-BE49-F238E27FC236}">
                <a16:creationId xmlns:a16="http://schemas.microsoft.com/office/drawing/2014/main" id="{C4649884-868C-4B36-A157-AAFA5918DE5D}"/>
              </a:ext>
            </a:extLst>
          </p:cNvPr>
          <p:cNvSpPr>
            <a:spLocks xmlns:a="http://schemas.openxmlformats.org/drawingml/2006/main" noGrp="1"/>
          </p:cNvSpPr>
          <p:nvPr/>
        </p:nvSpPr>
        <p:spPr>
          <a:xfrm xmlns:a="http://schemas.openxmlformats.org/drawingml/2006/main">
            <a:off x="63055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18" name="">
            <a:extLst xmlns:a="http://schemas.openxmlformats.org/drawingml/2006/main">
              <a:ext uri="{FF2B5EF4-FFF2-40B4-BE49-F238E27FC236}">
                <a16:creationId xmlns:a16="http://schemas.microsoft.com/office/drawing/2014/main" id="{A7EBCE6D-FC65-4AC7-B59E-005582AB5B67}"/>
              </a:ext>
            </a:extLst>
          </p:cNvPr>
          <p:cNvSpPr>
            <a:spLocks xmlns:a="http://schemas.openxmlformats.org/drawingml/2006/main" noGrp="1"/>
          </p:cNvSpPr>
          <p:nvPr/>
        </p:nvSpPr>
        <p:spPr>
          <a:xfrm xmlns:a="http://schemas.openxmlformats.org/drawingml/2006/main">
            <a:off x="64008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PYTHON RULES</a:t>
            </a:r>
          </a:p>
        </p:txBody>
      </p:sp>
      <p:sp>
        <p:nvSpPr>
          <p:cNvPr id="19" name="">
            <a:extLst xmlns:a="http://schemas.openxmlformats.org/drawingml/2006/main">
              <a:ext uri="{FF2B5EF4-FFF2-40B4-BE49-F238E27FC236}">
                <a16:creationId xmlns:a16="http://schemas.microsoft.com/office/drawing/2014/main" id="{07A264B2-A061-41EB-B17E-752E6849E130}"/>
              </a:ext>
            </a:extLst>
          </p:cNvPr>
          <p:cNvSpPr>
            <a:spLocks xmlns:a="http://schemas.openxmlformats.org/drawingml/2006/main" noGrp="1"/>
          </p:cNvSpPr>
          <p:nvPr/>
        </p:nvSpPr>
        <p:spPr>
          <a:xfrm xmlns:a="http://schemas.openxmlformats.org/drawingml/2006/main">
            <a:off x="64198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schema • allowlist</a:t>
            </a:r>
          </a:p>
          <a:p xmlns:a="http://schemas.openxmlformats.org/drawingml/2006/main">
            <a:pPr algn="ctr">
              <a:defRPr sz="1200" b="0">
                <a:solidFill>
                  <a:srgbClr val="2C3E50"/>
                </a:solidFill>
              </a:defRPr>
            </a:pPr>
            <a:r>
              <a:rPr sz="1200" b="0">
                <a:solidFill>
                  <a:srgbClr val="2C3E50"/>
                </a:solidFill>
              </a:rPr>
              <a:t>1-15 clamp • fallback</a:t>
            </a:r>
          </a:p>
        </p:txBody>
      </p:sp>
      <p:sp>
        <p:nvSpPr>
          <p:cNvPr id="20" name="">
            <a:extLst xmlns:a="http://schemas.openxmlformats.org/drawingml/2006/main">
              <a:ext uri="{FF2B5EF4-FFF2-40B4-BE49-F238E27FC236}">
                <a16:creationId xmlns:a16="http://schemas.microsoft.com/office/drawing/2014/main" id="{DD7861C8-0BB3-4E3C-B66B-E180BA3A796C}"/>
              </a:ext>
            </a:extLst>
          </p:cNvPr>
          <p:cNvSpPr>
            <a:spLocks xmlns:a="http://schemas.openxmlformats.org/drawingml/2006/main" noGrp="1"/>
          </p:cNvSpPr>
          <p:nvPr/>
        </p:nvSpPr>
        <p:spPr>
          <a:xfrm xmlns:a="http://schemas.openxmlformats.org/drawingml/2006/main">
            <a:off x="79629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21" name="">
            <a:extLst xmlns:a="http://schemas.openxmlformats.org/drawingml/2006/main">
              <a:ext uri="{FF2B5EF4-FFF2-40B4-BE49-F238E27FC236}">
                <a16:creationId xmlns:a16="http://schemas.microsoft.com/office/drawing/2014/main" id="{9589E67D-A3A4-4F2F-89AF-20CC155E2851}"/>
              </a:ext>
            </a:extLst>
          </p:cNvPr>
          <p:cNvSpPr>
            <a:spLocks xmlns:a="http://schemas.openxmlformats.org/drawingml/2006/main" noGrp="1"/>
          </p:cNvSpPr>
          <p:nvPr/>
        </p:nvSpPr>
        <p:spPr>
          <a:xfrm xmlns:a="http://schemas.openxmlformats.org/drawingml/2006/main">
            <a:off x="82486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22" name="">
            <a:extLst xmlns:a="http://schemas.openxmlformats.org/drawingml/2006/main">
              <a:ext uri="{FF2B5EF4-FFF2-40B4-BE49-F238E27FC236}">
                <a16:creationId xmlns:a16="http://schemas.microsoft.com/office/drawing/2014/main" id="{149227B9-2B6E-4005-B1C5-7149B186C657}"/>
              </a:ext>
            </a:extLst>
          </p:cNvPr>
          <p:cNvSpPr>
            <a:spLocks xmlns:a="http://schemas.openxmlformats.org/drawingml/2006/main" noGrp="1"/>
          </p:cNvSpPr>
          <p:nvPr/>
        </p:nvSpPr>
        <p:spPr>
          <a:xfrm xmlns:a="http://schemas.openxmlformats.org/drawingml/2006/main">
            <a:off x="83439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HUMAN CHECK</a:t>
            </a:r>
          </a:p>
        </p:txBody>
      </p:sp>
      <p:sp>
        <p:nvSpPr>
          <p:cNvPr id="23" name="">
            <a:extLst xmlns:a="http://schemas.openxmlformats.org/drawingml/2006/main">
              <a:ext uri="{FF2B5EF4-FFF2-40B4-BE49-F238E27FC236}">
                <a16:creationId xmlns:a16="http://schemas.microsoft.com/office/drawing/2014/main" id="{C2EBD15B-4950-4A9F-A0ED-53AAB23E22FA}"/>
              </a:ext>
            </a:extLst>
          </p:cNvPr>
          <p:cNvSpPr>
            <a:spLocks xmlns:a="http://schemas.openxmlformats.org/drawingml/2006/main" noGrp="1"/>
          </p:cNvSpPr>
          <p:nvPr/>
        </p:nvSpPr>
        <p:spPr>
          <a:xfrm xmlns:a="http://schemas.openxmlformats.org/drawingml/2006/main">
            <a:off x="83629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simple questions</a:t>
            </a:r>
          </a:p>
          <a:p xmlns:a="http://schemas.openxmlformats.org/drawingml/2006/main">
            <a:pPr algn="ctr">
              <a:defRPr sz="1200" b="0">
                <a:solidFill>
                  <a:srgbClr val="2C3E50"/>
                </a:solidFill>
              </a:defRPr>
            </a:pPr>
            <a:r>
              <a:rPr sz="1200" b="0">
                <a:solidFill>
                  <a:srgbClr val="2C3E50"/>
                </a:solidFill>
              </a:rPr>
              <a:t>for uncertain facts</a:t>
            </a:r>
          </a:p>
        </p:txBody>
      </p:sp>
      <p:sp>
        <p:nvSpPr>
          <p:cNvPr id="24" name="">
            <a:extLst xmlns:a="http://schemas.openxmlformats.org/drawingml/2006/main">
              <a:ext uri="{FF2B5EF4-FFF2-40B4-BE49-F238E27FC236}">
                <a16:creationId xmlns:a16="http://schemas.microsoft.com/office/drawing/2014/main" id="{F67D892D-33A4-4208-9A09-751507CEFE35}"/>
              </a:ext>
            </a:extLst>
          </p:cNvPr>
          <p:cNvSpPr>
            <a:spLocks xmlns:a="http://schemas.openxmlformats.org/drawingml/2006/main" noGrp="1"/>
          </p:cNvSpPr>
          <p:nvPr/>
        </p:nvSpPr>
        <p:spPr>
          <a:xfrm xmlns:a="http://schemas.openxmlformats.org/drawingml/2006/main">
            <a:off x="99060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25" name="">
            <a:extLst xmlns:a="http://schemas.openxmlformats.org/drawingml/2006/main">
              <a:ext uri="{FF2B5EF4-FFF2-40B4-BE49-F238E27FC236}">
                <a16:creationId xmlns:a16="http://schemas.microsoft.com/office/drawing/2014/main" id="{A7DFFFA1-F6B9-4DF2-990F-25A329AECD95}"/>
              </a:ext>
            </a:extLst>
          </p:cNvPr>
          <p:cNvSpPr>
            <a:spLocks xmlns:a="http://schemas.openxmlformats.org/drawingml/2006/main" noGrp="1"/>
          </p:cNvSpPr>
          <p:nvPr/>
        </p:nvSpPr>
        <p:spPr>
          <a:xfrm xmlns:a="http://schemas.openxmlformats.org/drawingml/2006/main">
            <a:off x="101917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26" name="">
            <a:extLst xmlns:a="http://schemas.openxmlformats.org/drawingml/2006/main">
              <a:ext uri="{FF2B5EF4-FFF2-40B4-BE49-F238E27FC236}">
                <a16:creationId xmlns:a16="http://schemas.microsoft.com/office/drawing/2014/main" id="{87CDE1F4-3544-4C60-A5AD-3BEC4EA62A7F}"/>
              </a:ext>
            </a:extLst>
          </p:cNvPr>
          <p:cNvSpPr>
            <a:spLocks xmlns:a="http://schemas.openxmlformats.org/drawingml/2006/main" noGrp="1"/>
          </p:cNvSpPr>
          <p:nvPr/>
        </p:nvSpPr>
        <p:spPr>
          <a:xfrm xmlns:a="http://schemas.openxmlformats.org/drawingml/2006/main">
            <a:off x="102870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RESULT</a:t>
            </a:r>
          </a:p>
        </p:txBody>
      </p:sp>
      <p:sp>
        <p:nvSpPr>
          <p:cNvPr id="27" name="">
            <a:extLst xmlns:a="http://schemas.openxmlformats.org/drawingml/2006/main">
              <a:ext uri="{FF2B5EF4-FFF2-40B4-BE49-F238E27FC236}">
                <a16:creationId xmlns:a16="http://schemas.microsoft.com/office/drawing/2014/main" id="{21F4A5B0-E33D-4D23-972E-F7E3A8D12E45}"/>
              </a:ext>
            </a:extLst>
          </p:cNvPr>
          <p:cNvSpPr>
            <a:spLocks xmlns:a="http://schemas.openxmlformats.org/drawingml/2006/main" noGrp="1"/>
          </p:cNvSpPr>
          <p:nvPr/>
        </p:nvSpPr>
        <p:spPr>
          <a:xfrm xmlns:a="http://schemas.openxmlformats.org/drawingml/2006/main">
            <a:off x="103060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score • risk bar</a:t>
            </a:r>
          </a:p>
          <a:p xmlns:a="http://schemas.openxmlformats.org/drawingml/2006/main">
            <a:pPr algn="ctr">
              <a:defRPr sz="1200" b="0">
                <a:solidFill>
                  <a:srgbClr val="2C3E50"/>
                </a:solidFill>
              </a:defRPr>
            </a:pPr>
            <a:r>
              <a:rPr sz="1200" b="0">
                <a:solidFill>
                  <a:srgbClr val="2C3E50"/>
                </a:solidFill>
              </a:rPr>
              <a:t>three-step plan</a:t>
            </a:r>
          </a:p>
        </p:txBody>
      </p:sp>
      <p:sp>
        <p:nvSpPr>
          <p:cNvPr id="28" name="">
            <a:extLst xmlns:a="http://schemas.openxmlformats.org/drawingml/2006/main">
              <a:ext uri="{FF2B5EF4-FFF2-40B4-BE49-F238E27FC236}">
                <a16:creationId xmlns:a16="http://schemas.microsoft.com/office/drawing/2014/main" id="{F9C628A9-5DA8-4C47-9371-BF9AEC53587C}"/>
              </a:ext>
            </a:extLst>
          </p:cNvPr>
          <p:cNvSpPr>
            <a:spLocks xmlns:a="http://schemas.openxmlformats.org/drawingml/2006/main" noGrp="1"/>
          </p:cNvSpPr>
          <p:nvPr/>
        </p:nvSpPr>
        <p:spPr>
          <a:xfrm xmlns:a="http://schemas.openxmlformats.org/drawingml/2006/main">
            <a:off x="628650" y="31051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203247"/>
                </a:solidFill>
              </a:defRPr>
            </a:defPPr>
            <a:lvl1pPr algn="ctr">
              <a:defRPr sz="1350" b="1">
                <a:solidFill>
                  <a:srgbClr val="203247"/>
                </a:solidFill>
              </a:defRPr>
            </a:lvl1pPr>
            <a:lvl2pPr algn="ctr">
              <a:defRPr sz="1350" b="1">
                <a:solidFill>
                  <a:srgbClr val="203247"/>
                </a:solidFill>
              </a:defRPr>
            </a:lvl2pPr>
            <a:lvl3pPr algn="ctr">
              <a:defRPr sz="1350" b="1">
                <a:solidFill>
                  <a:srgbClr val="203247"/>
                </a:solidFill>
              </a:defRPr>
            </a:lvl3pPr>
            <a:lvl4pPr algn="ctr">
              <a:defRPr sz="1350" b="1">
                <a:solidFill>
                  <a:srgbClr val="203247"/>
                </a:solidFill>
              </a:defRPr>
            </a:lvl4pPr>
            <a:lvl5pPr algn="ctr">
              <a:defRPr sz="1350" b="1">
                <a:solidFill>
                  <a:srgbClr val="203247"/>
                </a:solidFill>
              </a:defRPr>
            </a:lvl5pPr>
            <a:lvl6pPr algn="ctr">
              <a:defRPr sz="1350" b="1">
                <a:solidFill>
                  <a:srgbClr val="203247"/>
                </a:solidFill>
              </a:defRPr>
            </a:lvl6pPr>
            <a:lvl7pPr algn="ctr">
              <a:defRPr sz="1350" b="1">
                <a:solidFill>
                  <a:srgbClr val="203247"/>
                </a:solidFill>
              </a:defRPr>
            </a:lvl7pPr>
            <a:lvl8pPr algn="ctr">
              <a:defRPr sz="1350" b="1">
                <a:solidFill>
                  <a:srgbClr val="203247"/>
                </a:solidFill>
              </a:defRPr>
            </a:lvl8pPr>
            <a:lvl9pPr algn="ctr">
              <a:defRPr sz="1350" b="1">
                <a:solidFill>
                  <a:srgbClr val="203247"/>
                </a:solidFill>
              </a:defRPr>
            </a:lvl9pPr>
          </a:lstStyle>
          <a:p xmlns:a="http://schemas.openxmlformats.org/drawingml/2006/main">
            <a:pPr algn="ctr">
              <a:defRPr sz="1350" b="1">
                <a:solidFill>
                  <a:srgbClr val="203247"/>
                </a:solidFill>
              </a:defRPr>
            </a:pPr>
            <a:r>
              <a:rPr sz="1350" b="1">
                <a:solidFill>
                  <a:srgbClr val="203247"/>
                </a:solidFill>
              </a:rPr>
              <a:t>My main challenge was variable AI scoring. The model identifies evidence; my Python layer controls every stored result.</a:t>
            </a:r>
          </a:p>
        </p:txBody>
      </p:sp>
      <p:sp>
        <p:nvSpPr>
          <p:cNvPr id="29" name="">
            <a:extLst xmlns:a="http://schemas.openxmlformats.org/drawingml/2006/main">
              <a:ext uri="{FF2B5EF4-FFF2-40B4-BE49-F238E27FC236}">
                <a16:creationId xmlns:a16="http://schemas.microsoft.com/office/drawing/2014/main" id="{59D545AB-829A-46B5-B79A-2A3AF2480CE8}"/>
              </a:ext>
            </a:extLst>
          </p:cNvPr>
          <p:cNvSpPr>
            <a:spLocks xmlns:a="http://schemas.openxmlformats.org/drawingml/2006/main" noGrp="1"/>
          </p:cNvSpPr>
          <p:nvPr/>
        </p:nvSpPr>
        <p:spPr>
          <a:xfrm xmlns:a="http://schemas.openxmlformats.org/drawingml/2006/main">
            <a:off x="2628900" y="3390900"/>
            <a:ext cx="19050" cy="361950"/>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24271B3F-1D89-4806-8958-2B89A5484FA4}"/>
              </a:ext>
            </a:extLst>
          </p:cNvPr>
          <p:cNvSpPr>
            <a:spLocks xmlns:a="http://schemas.openxmlformats.org/drawingml/2006/main" noGrp="1"/>
          </p:cNvSpPr>
          <p:nvPr/>
        </p:nvSpPr>
        <p:spPr>
          <a:xfrm xmlns:a="http://schemas.openxmlformats.org/drawingml/2006/main">
            <a:off x="2533650" y="3657600"/>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31" name="">
            <a:extLst xmlns:a="http://schemas.openxmlformats.org/drawingml/2006/main">
              <a:ext uri="{FF2B5EF4-FFF2-40B4-BE49-F238E27FC236}">
                <a16:creationId xmlns:a16="http://schemas.microsoft.com/office/drawing/2014/main" id="{1AECA99B-6285-412C-AA53-8E6901EB52F8}"/>
              </a:ext>
            </a:extLst>
          </p:cNvPr>
          <p:cNvSpPr>
            <a:spLocks xmlns:a="http://schemas.openxmlformats.org/drawingml/2006/main" noGrp="1"/>
          </p:cNvSpPr>
          <p:nvPr/>
        </p:nvSpPr>
        <p:spPr>
          <a:xfrm xmlns:a="http://schemas.openxmlformats.org/drawingml/2006/main">
            <a:off x="6096000" y="3390900"/>
            <a:ext cx="19050" cy="361950"/>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44BE8F7-5503-40F2-9508-B0F0834622AE}"/>
              </a:ext>
            </a:extLst>
          </p:cNvPr>
          <p:cNvSpPr>
            <a:spLocks xmlns:a="http://schemas.openxmlformats.org/drawingml/2006/main" noGrp="1"/>
          </p:cNvSpPr>
          <p:nvPr/>
        </p:nvSpPr>
        <p:spPr>
          <a:xfrm xmlns:a="http://schemas.openxmlformats.org/drawingml/2006/main">
            <a:off x="6000750" y="3657600"/>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33" name="">
            <a:extLst xmlns:a="http://schemas.openxmlformats.org/drawingml/2006/main">
              <a:ext uri="{FF2B5EF4-FFF2-40B4-BE49-F238E27FC236}">
                <a16:creationId xmlns:a16="http://schemas.microsoft.com/office/drawing/2014/main" id="{4D49E78C-7072-44BB-8671-F9C1FC59A6A5}"/>
              </a:ext>
            </a:extLst>
          </p:cNvPr>
          <p:cNvSpPr>
            <a:spLocks xmlns:a="http://schemas.openxmlformats.org/drawingml/2006/main" noGrp="1"/>
          </p:cNvSpPr>
          <p:nvPr/>
        </p:nvSpPr>
        <p:spPr>
          <a:xfrm xmlns:a="http://schemas.openxmlformats.org/drawingml/2006/main">
            <a:off x="9563100" y="3390900"/>
            <a:ext cx="19050" cy="361950"/>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94147BD7-4756-45ED-9115-5FA98FDC13D7}"/>
              </a:ext>
            </a:extLst>
          </p:cNvPr>
          <p:cNvSpPr>
            <a:spLocks xmlns:a="http://schemas.openxmlformats.org/drawingml/2006/main" noGrp="1"/>
          </p:cNvSpPr>
          <p:nvPr/>
        </p:nvSpPr>
        <p:spPr>
          <a:xfrm xmlns:a="http://schemas.openxmlformats.org/drawingml/2006/main">
            <a:off x="9467850" y="3657600"/>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35" name="">
            <a:extLst xmlns:a="http://schemas.openxmlformats.org/drawingml/2006/main">
              <a:ext uri="{FF2B5EF4-FFF2-40B4-BE49-F238E27FC236}">
                <a16:creationId xmlns:a16="http://schemas.microsoft.com/office/drawing/2014/main" id="{E8E769D7-D9E2-42E9-88D7-AFAE8CD1EDFE}"/>
              </a:ext>
            </a:extLst>
          </p:cNvPr>
          <p:cNvSpPr>
            <a:spLocks xmlns:a="http://schemas.openxmlformats.org/drawingml/2006/main" noGrp="1"/>
          </p:cNvSpPr>
          <p:nvPr/>
        </p:nvSpPr>
        <p:spPr>
          <a:xfrm xmlns:a="http://schemas.openxmlformats.org/drawingml/2006/main">
            <a:off x="1200150" y="3867150"/>
            <a:ext cx="2857500" cy="1352550"/>
          </a:xfrm>
          <a:prstGeom xmlns:a="http://schemas.openxmlformats.org/drawingml/2006/main" prst="roundRect">
            <a:avLst>
              <a:gd name="adj" fmla="val 5634"/>
            </a:avLst>
          </a:prstGeom>
          <a:solidFill xmlns:a="http://schemas.openxmlformats.org/drawingml/2006/main">
            <a:srgbClr val="E3EEF1"/>
          </a:solidFill>
          <a:ln xmlns:a="http://schemas.openxmlformats.org/drawingml/2006/main" w="9525">
            <a:solidFill>
              <a:srgbClr val="1E5D78"/>
            </a:solidFill>
            <a:prstDash val="solid"/>
          </a:ln>
        </p:spPr>
      </p:sp>
      <p:sp>
        <p:nvSpPr>
          <p:cNvPr id="36" name="">
            <a:extLst xmlns:a="http://schemas.openxmlformats.org/drawingml/2006/main">
              <a:ext uri="{FF2B5EF4-FFF2-40B4-BE49-F238E27FC236}">
                <a16:creationId xmlns:a16="http://schemas.microsoft.com/office/drawing/2014/main" id="{D18DB1F0-690A-4B6D-87CB-846148F23BD8}"/>
              </a:ext>
            </a:extLst>
          </p:cNvPr>
          <p:cNvSpPr>
            <a:spLocks xmlns:a="http://schemas.openxmlformats.org/drawingml/2006/main" noGrp="1"/>
          </p:cNvSpPr>
          <p:nvPr/>
        </p:nvSpPr>
        <p:spPr>
          <a:xfrm xmlns:a="http://schemas.openxmlformats.org/drawingml/2006/main">
            <a:off x="1390650" y="401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SUPABASE</a:t>
            </a:r>
          </a:p>
        </p:txBody>
      </p:sp>
      <p:sp>
        <p:nvSpPr>
          <p:cNvPr id="37" name="">
            <a:extLst xmlns:a="http://schemas.openxmlformats.org/drawingml/2006/main">
              <a:ext uri="{FF2B5EF4-FFF2-40B4-BE49-F238E27FC236}">
                <a16:creationId xmlns:a16="http://schemas.microsoft.com/office/drawing/2014/main" id="{905C6BE2-9584-4888-869F-284E9A96FDE0}"/>
              </a:ext>
            </a:extLst>
          </p:cNvPr>
          <p:cNvSpPr>
            <a:spLocks xmlns:a="http://schemas.openxmlformats.org/drawingml/2006/main" noGrp="1"/>
          </p:cNvSpPr>
          <p:nvPr/>
        </p:nvSpPr>
        <p:spPr>
          <a:xfrm xmlns:a="http://schemas.openxmlformats.org/drawingml/2006/main">
            <a:off x="1390650" y="434340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account email + password hash</a:t>
            </a:r>
          </a:p>
          <a:p xmlns:a="http://schemas.openxmlformats.org/drawingml/2006/main">
            <a:pPr algn="ctr">
              <a:defRPr sz="1200" b="0">
                <a:solidFill>
                  <a:srgbClr val="2C3E50"/>
                </a:solidFill>
              </a:defRPr>
            </a:pPr>
            <a:r>
              <a:rPr sz="1200" b="0">
                <a:solidFill>
                  <a:srgbClr val="2C3E50"/>
                </a:solidFill>
              </a:rPr>
              <a:t>Room Names</a:t>
            </a:r>
          </a:p>
          <a:p xmlns:a="http://schemas.openxmlformats.org/drawingml/2006/main">
            <a:pPr algn="ctr">
              <a:defRPr sz="1200" b="0">
                <a:solidFill>
                  <a:srgbClr val="2C3E50"/>
                </a:solidFill>
              </a:defRPr>
            </a:pPr>
            <a:r>
              <a:rPr sz="1200" b="0">
                <a:solidFill>
                  <a:srgbClr val="2C3E50"/>
                </a:solidFill>
              </a:rPr>
              <a:t>structured check history</a:t>
            </a:r>
          </a:p>
        </p:txBody>
      </p:sp>
      <p:sp>
        <p:nvSpPr>
          <p:cNvPr id="38" name="">
            <a:extLst xmlns:a="http://schemas.openxmlformats.org/drawingml/2006/main">
              <a:ext uri="{FF2B5EF4-FFF2-40B4-BE49-F238E27FC236}">
                <a16:creationId xmlns:a16="http://schemas.microsoft.com/office/drawing/2014/main" id="{F339802A-BF78-4D5D-8E45-0CBB702915B7}"/>
              </a:ext>
            </a:extLst>
          </p:cNvPr>
          <p:cNvSpPr>
            <a:spLocks xmlns:a="http://schemas.openxmlformats.org/drawingml/2006/main" noGrp="1"/>
          </p:cNvSpPr>
          <p:nvPr/>
        </p:nvSpPr>
        <p:spPr>
          <a:xfrm xmlns:a="http://schemas.openxmlformats.org/drawingml/2006/main">
            <a:off x="4667250" y="3867150"/>
            <a:ext cx="2857500" cy="1352550"/>
          </a:xfrm>
          <a:prstGeom xmlns:a="http://schemas.openxmlformats.org/drawingml/2006/main" prst="roundRect">
            <a:avLst>
              <a:gd name="adj" fmla="val 5634"/>
            </a:avLst>
          </a:prstGeom>
          <a:solidFill xmlns:a="http://schemas.openxmlformats.org/drawingml/2006/main">
            <a:srgbClr val="E3EEF1"/>
          </a:solidFill>
          <a:ln xmlns:a="http://schemas.openxmlformats.org/drawingml/2006/main" w="9525">
            <a:solidFill>
              <a:srgbClr val="1E5D78"/>
            </a:solidFill>
            <a:prstDash val="solid"/>
          </a:ln>
        </p:spPr>
      </p:sp>
      <p:sp>
        <p:nvSpPr>
          <p:cNvPr id="39" name="">
            <a:extLst xmlns:a="http://schemas.openxmlformats.org/drawingml/2006/main">
              <a:ext uri="{FF2B5EF4-FFF2-40B4-BE49-F238E27FC236}">
                <a16:creationId xmlns:a16="http://schemas.microsoft.com/office/drawing/2014/main" id="{CDE923C7-1AEF-4A33-B389-7C4FD4211B5B}"/>
              </a:ext>
            </a:extLst>
          </p:cNvPr>
          <p:cNvSpPr>
            <a:spLocks xmlns:a="http://schemas.openxmlformats.org/drawingml/2006/main" noGrp="1"/>
          </p:cNvSpPr>
          <p:nvPr/>
        </p:nvSpPr>
        <p:spPr>
          <a:xfrm xmlns:a="http://schemas.openxmlformats.org/drawingml/2006/main">
            <a:off x="4857750" y="401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BREVO EMAIL API</a:t>
            </a:r>
          </a:p>
        </p:txBody>
      </p:sp>
      <p:sp>
        <p:nvSpPr>
          <p:cNvPr id="40" name="">
            <a:extLst xmlns:a="http://schemas.openxmlformats.org/drawingml/2006/main">
              <a:ext uri="{FF2B5EF4-FFF2-40B4-BE49-F238E27FC236}">
                <a16:creationId xmlns:a16="http://schemas.microsoft.com/office/drawing/2014/main" id="{045283BF-08C6-4C1E-8BD2-B0682F580BD2}"/>
              </a:ext>
            </a:extLst>
          </p:cNvPr>
          <p:cNvSpPr>
            <a:spLocks xmlns:a="http://schemas.openxmlformats.org/drawingml/2006/main" noGrp="1"/>
          </p:cNvSpPr>
          <p:nvPr/>
        </p:nvSpPr>
        <p:spPr>
          <a:xfrm xmlns:a="http://schemas.openxmlformats.org/drawingml/2006/main">
            <a:off x="4857750" y="434340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sends password reset codes</a:t>
            </a:r>
          </a:p>
          <a:p xmlns:a="http://schemas.openxmlformats.org/drawingml/2006/main">
            <a:pPr algn="ctr">
              <a:defRPr sz="1200" b="0">
                <a:solidFill>
                  <a:srgbClr val="2C3E50"/>
                </a:solidFill>
              </a:defRPr>
            </a:pPr>
            <a:r>
              <a:rPr sz="1200" b="0">
                <a:solidFill>
                  <a:srgbClr val="2C3E50"/>
                </a:solidFill>
              </a:rPr>
              <a:t>and text-only safety summaries</a:t>
            </a:r>
          </a:p>
          <a:p xmlns:a="http://schemas.openxmlformats.org/drawingml/2006/main">
            <a:pPr algn="ctr">
              <a:defRPr sz="1200" b="0">
                <a:solidFill>
                  <a:srgbClr val="2C3E50"/>
                </a:solidFill>
              </a:defRPr>
            </a:pPr>
            <a:r>
              <a:rPr sz="1200" b="0">
                <a:solidFill>
                  <a:srgbClr val="2C3E50"/>
                </a:solidFill>
              </a:rPr>
              <a:t>to as many as five recipients</a:t>
            </a:r>
          </a:p>
        </p:txBody>
      </p:sp>
      <p:sp>
        <p:nvSpPr>
          <p:cNvPr id="41" name="">
            <a:extLst xmlns:a="http://schemas.openxmlformats.org/drawingml/2006/main">
              <a:ext uri="{FF2B5EF4-FFF2-40B4-BE49-F238E27FC236}">
                <a16:creationId xmlns:a16="http://schemas.microsoft.com/office/drawing/2014/main" id="{4C3C0F06-3DE5-4471-A13D-6EE33E3D9B9A}"/>
              </a:ext>
            </a:extLst>
          </p:cNvPr>
          <p:cNvSpPr>
            <a:spLocks xmlns:a="http://schemas.openxmlformats.org/drawingml/2006/main" noGrp="1"/>
          </p:cNvSpPr>
          <p:nvPr/>
        </p:nvSpPr>
        <p:spPr>
          <a:xfrm xmlns:a="http://schemas.openxmlformats.org/drawingml/2006/main">
            <a:off x="8134350" y="3867150"/>
            <a:ext cx="2857500" cy="1352550"/>
          </a:xfrm>
          <a:prstGeom xmlns:a="http://schemas.openxmlformats.org/drawingml/2006/main" prst="roundRect">
            <a:avLst>
              <a:gd name="adj" fmla="val 5634"/>
            </a:avLst>
          </a:prstGeom>
          <a:solidFill xmlns:a="http://schemas.openxmlformats.org/drawingml/2006/main">
            <a:srgbClr val="E3EEF1"/>
          </a:solidFill>
          <a:ln xmlns:a="http://schemas.openxmlformats.org/drawingml/2006/main" w="9525">
            <a:solidFill>
              <a:srgbClr val="1E5D78"/>
            </a:solidFill>
            <a:prstDash val="solid"/>
          </a:ln>
        </p:spPr>
      </p:sp>
      <p:sp>
        <p:nvSpPr>
          <p:cNvPr id="42" name="">
            <a:extLst xmlns:a="http://schemas.openxmlformats.org/drawingml/2006/main">
              <a:ext uri="{FF2B5EF4-FFF2-40B4-BE49-F238E27FC236}">
                <a16:creationId xmlns:a16="http://schemas.microsoft.com/office/drawing/2014/main" id="{516CFE5D-6119-4D4F-B57E-A5530191AD6E}"/>
              </a:ext>
            </a:extLst>
          </p:cNvPr>
          <p:cNvSpPr>
            <a:spLocks xmlns:a="http://schemas.openxmlformats.org/drawingml/2006/main" noGrp="1"/>
          </p:cNvSpPr>
          <p:nvPr/>
        </p:nvSpPr>
        <p:spPr>
          <a:xfrm xmlns:a="http://schemas.openxmlformats.org/drawingml/2006/main">
            <a:off x="8324850" y="401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ACTIVE SESSION</a:t>
            </a:r>
          </a:p>
        </p:txBody>
      </p:sp>
      <p:sp>
        <p:nvSpPr>
          <p:cNvPr id="43" name="">
            <a:extLst xmlns:a="http://schemas.openxmlformats.org/drawingml/2006/main">
              <a:ext uri="{FF2B5EF4-FFF2-40B4-BE49-F238E27FC236}">
                <a16:creationId xmlns:a16="http://schemas.microsoft.com/office/drawing/2014/main" id="{812B7AA1-7313-4499-B4CA-B09AF252791C}"/>
              </a:ext>
            </a:extLst>
          </p:cNvPr>
          <p:cNvSpPr>
            <a:spLocks xmlns:a="http://schemas.openxmlformats.org/drawingml/2006/main" noGrp="1"/>
          </p:cNvSpPr>
          <p:nvPr/>
        </p:nvSpPr>
        <p:spPr>
          <a:xfrm xmlns:a="http://schemas.openxmlformats.org/drawingml/2006/main">
            <a:off x="8324850" y="434340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current photo + analysis state</a:t>
            </a:r>
          </a:p>
          <a:p xmlns:a="http://schemas.openxmlformats.org/drawingml/2006/main">
            <a:pPr algn="ctr">
              <a:defRPr sz="1200" b="0">
                <a:solidFill>
                  <a:srgbClr val="2C3E50"/>
                </a:solidFill>
              </a:defRPr>
            </a:pPr>
            <a:r>
              <a:rPr sz="1200" b="0">
                <a:solidFill>
                  <a:srgbClr val="2C3E50"/>
                </a:solidFill>
              </a:rPr>
              <a:t>connect pages during the check</a:t>
            </a:r>
          </a:p>
          <a:p xmlns:a="http://schemas.openxmlformats.org/drawingml/2006/main">
            <a:pPr algn="ctr">
              <a:defRPr sz="1200" b="0">
                <a:solidFill>
                  <a:srgbClr val="2C3E50"/>
                </a:solidFill>
              </a:defRPr>
            </a:pPr>
            <a:r>
              <a:rPr sz="1200" b="0">
                <a:solidFill>
                  <a:srgbClr val="2C3E50"/>
                </a:solidFill>
              </a:rPr>
              <a:t>photo is not saved</a:t>
            </a:r>
          </a:p>
        </p:txBody>
      </p:sp>
      <p:sp>
        <p:nvSpPr>
          <p:cNvPr id="44" name="">
            <a:extLst xmlns:a="http://schemas.openxmlformats.org/drawingml/2006/main">
              <a:ext uri="{FF2B5EF4-FFF2-40B4-BE49-F238E27FC236}">
                <a16:creationId xmlns:a16="http://schemas.microsoft.com/office/drawing/2014/main" id="{0CC09FCF-DCA2-4506-9C02-01872BF8C5DE}"/>
              </a:ext>
            </a:extLst>
          </p:cNvPr>
          <p:cNvSpPr>
            <a:spLocks xmlns:a="http://schemas.openxmlformats.org/drawingml/2006/main" noGrp="1"/>
          </p:cNvSpPr>
          <p:nvPr/>
        </p:nvSpPr>
        <p:spPr>
          <a:xfrm xmlns:a="http://schemas.openxmlformats.org/drawingml/2006/main">
            <a:off x="628650" y="5486400"/>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1">
                <a:solidFill>
                  <a:srgbClr val="203247"/>
                </a:solidFill>
              </a:defRPr>
            </a:defPPr>
            <a:lvl1pPr algn="ctr">
              <a:defRPr sz="1200" b="1">
                <a:solidFill>
                  <a:srgbClr val="203247"/>
                </a:solidFill>
              </a:defRPr>
            </a:lvl1pPr>
            <a:lvl2pPr algn="ctr">
              <a:defRPr sz="1200" b="1">
                <a:solidFill>
                  <a:srgbClr val="203247"/>
                </a:solidFill>
              </a:defRPr>
            </a:lvl2pPr>
            <a:lvl3pPr algn="ctr">
              <a:defRPr sz="1200" b="1">
                <a:solidFill>
                  <a:srgbClr val="203247"/>
                </a:solidFill>
              </a:defRPr>
            </a:lvl3pPr>
            <a:lvl4pPr algn="ctr">
              <a:defRPr sz="1200" b="1">
                <a:solidFill>
                  <a:srgbClr val="203247"/>
                </a:solidFill>
              </a:defRPr>
            </a:lvl4pPr>
            <a:lvl5pPr algn="ctr">
              <a:defRPr sz="1200" b="1">
                <a:solidFill>
                  <a:srgbClr val="203247"/>
                </a:solidFill>
              </a:defRPr>
            </a:lvl5pPr>
            <a:lvl6pPr algn="ctr">
              <a:defRPr sz="1200" b="1">
                <a:solidFill>
                  <a:srgbClr val="203247"/>
                </a:solidFill>
              </a:defRPr>
            </a:lvl6pPr>
            <a:lvl7pPr algn="ctr">
              <a:defRPr sz="1200" b="1">
                <a:solidFill>
                  <a:srgbClr val="203247"/>
                </a:solidFill>
              </a:defRPr>
            </a:lvl7pPr>
            <a:lvl8pPr algn="ctr">
              <a:defRPr sz="1200" b="1">
                <a:solidFill>
                  <a:srgbClr val="203247"/>
                </a:solidFill>
              </a:defRPr>
            </a:lvl8pPr>
            <a:lvl9pPr algn="ctr">
              <a:defRPr sz="1200" b="1">
                <a:solidFill>
                  <a:srgbClr val="203247"/>
                </a:solidFill>
              </a:defRPr>
            </a:lvl9pPr>
          </a:lstStyle>
          <a:p xmlns:a="http://schemas.openxmlformats.org/drawingml/2006/main">
            <a:pPr algn="ctr">
              <a:defRPr sz="1200" b="1">
                <a:solidFill>
                  <a:srgbClr val="203247"/>
                </a:solidFill>
              </a:defRPr>
            </a:pPr>
            <a:r>
              <a:rPr sz="1200" b="1">
                <a:solidFill>
                  <a:srgbClr val="203247"/>
                </a:solidFill>
              </a:rPr>
              <a:t>Built with Python, Streamlit, CSS, OpenAI Vision, Supabase, and Brevo. Invalid AI values use tested defaults, and room photos are not stored.</a:t>
            </a:r>
          </a:p>
        </p:txBody>
      </p:sp>
    </p:spTree>
    <p:extLst>
      <p:ext uri="{BB962C8B-B14F-4D97-AF65-F5344CB8AC3E}">
        <p14:creationId xmlns:p14="http://schemas.microsoft.com/office/powerpoint/2010/main" val="1817430834"/>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60B66B5-A765-437F-A8A6-9E1F65C7B996}"/>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BEEA3B-ADB4-4433-B204-BD0C85A434EE}"/>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The hardest problem was inconsistent AI scoring</a:t>
            </a:r>
          </a:p>
        </p:txBody>
      </p:sp>
      <p:sp>
        <p:nvSpPr>
          <p:cNvPr id="3" name="">
            <a:extLst xmlns:a="http://schemas.openxmlformats.org/drawingml/2006/main">
              <a:ext uri="{FF2B5EF4-FFF2-40B4-BE49-F238E27FC236}">
                <a16:creationId xmlns:a16="http://schemas.microsoft.com/office/drawing/2014/main" id="{3BD52E36-0744-4142-B7A4-7E5618AC58A6}"/>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I kept the model's judgment inside four rules that my Python code enforces.</a:t>
            </a:r>
          </a:p>
        </p:txBody>
      </p:sp>
      <p:sp>
        <p:nvSpPr>
          <p:cNvPr id="4" name="">
            <a:extLst xmlns:a="http://schemas.openxmlformats.org/drawingml/2006/main">
              <a:ext uri="{FF2B5EF4-FFF2-40B4-BE49-F238E27FC236}">
                <a16:creationId xmlns:a16="http://schemas.microsoft.com/office/drawing/2014/main" id="{2AD00BFB-801B-4370-A51E-2BE7D188F5FB}"/>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4</a:t>
            </a:r>
          </a:p>
        </p:txBody>
      </p:sp>
      <p:sp>
        <p:nvSpPr>
          <p:cNvPr id="5" name="">
            <a:extLst xmlns:a="http://schemas.openxmlformats.org/drawingml/2006/main">
              <a:ext uri="{FF2B5EF4-FFF2-40B4-BE49-F238E27FC236}">
                <a16:creationId xmlns:a16="http://schemas.microsoft.com/office/drawing/2014/main" id="{364CE26F-FBA9-477E-9C93-AD5450B77284}"/>
              </a:ext>
            </a:extLst>
          </p:cNvPr>
          <p:cNvSpPr>
            <a:spLocks xmlns:a="http://schemas.openxmlformats.org/drawingml/2006/main" noGrp="1"/>
          </p:cNvSpPr>
          <p:nvPr/>
        </p:nvSpPr>
        <p:spPr>
          <a:xfrm xmlns:a="http://schemas.openxmlformats.org/drawingml/2006/main">
            <a:off x="704850" y="1752600"/>
            <a:ext cx="4667250" cy="3352800"/>
          </a:xfrm>
          <a:prstGeom xmlns:a="http://schemas.openxmlformats.org/drawingml/2006/main" prst="roundRect">
            <a:avLst>
              <a:gd name="adj" fmla="val 2273"/>
            </a:avLst>
          </a:prstGeom>
          <a:solidFill xmlns:a="http://schemas.openxmlformats.org/drawingml/2006/main">
            <a:srgbClr val="F5E5E2"/>
          </a:solidFill>
          <a:ln xmlns:a="http://schemas.openxmlformats.org/drawingml/2006/main" w="9525">
            <a:solidFill>
              <a:srgbClr val="B75045"/>
            </a:solidFill>
            <a:prstDash val="solid"/>
          </a:ln>
        </p:spPr>
      </p:sp>
      <p:sp>
        <p:nvSpPr>
          <p:cNvPr id="6" name="">
            <a:extLst xmlns:a="http://schemas.openxmlformats.org/drawingml/2006/main">
              <a:ext uri="{FF2B5EF4-FFF2-40B4-BE49-F238E27FC236}">
                <a16:creationId xmlns:a16="http://schemas.microsoft.com/office/drawing/2014/main" id="{EFEFA16F-1115-4F1C-AB79-B192A66D067D}"/>
              </a:ext>
            </a:extLst>
          </p:cNvPr>
          <p:cNvSpPr>
            <a:spLocks xmlns:a="http://schemas.openxmlformats.org/drawingml/2006/main" noGrp="1"/>
          </p:cNvSpPr>
          <p:nvPr/>
        </p:nvSpPr>
        <p:spPr>
          <a:xfrm xmlns:a="http://schemas.openxmlformats.org/drawingml/2006/main">
            <a:off x="1028700" y="205740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B75045"/>
                </a:solidFill>
              </a:defRPr>
            </a:defPPr>
            <a:lvl1pPr algn="l">
              <a:defRPr sz="1275" b="1">
                <a:solidFill>
                  <a:srgbClr val="B75045"/>
                </a:solidFill>
              </a:defRPr>
            </a:lvl1pPr>
            <a:lvl2pPr algn="l">
              <a:defRPr sz="1275" b="1">
                <a:solidFill>
                  <a:srgbClr val="B75045"/>
                </a:solidFill>
              </a:defRPr>
            </a:lvl2pPr>
            <a:lvl3pPr algn="l">
              <a:defRPr sz="1275" b="1">
                <a:solidFill>
                  <a:srgbClr val="B75045"/>
                </a:solidFill>
              </a:defRPr>
            </a:lvl3pPr>
            <a:lvl4pPr algn="l">
              <a:defRPr sz="1275" b="1">
                <a:solidFill>
                  <a:srgbClr val="B75045"/>
                </a:solidFill>
              </a:defRPr>
            </a:lvl4pPr>
            <a:lvl5pPr algn="l">
              <a:defRPr sz="1275" b="1">
                <a:solidFill>
                  <a:srgbClr val="B75045"/>
                </a:solidFill>
              </a:defRPr>
            </a:lvl5pPr>
            <a:lvl6pPr algn="l">
              <a:defRPr sz="1275" b="1">
                <a:solidFill>
                  <a:srgbClr val="B75045"/>
                </a:solidFill>
              </a:defRPr>
            </a:lvl6pPr>
            <a:lvl7pPr algn="l">
              <a:defRPr sz="1275" b="1">
                <a:solidFill>
                  <a:srgbClr val="B75045"/>
                </a:solidFill>
              </a:defRPr>
            </a:lvl7pPr>
            <a:lvl8pPr algn="l">
              <a:defRPr sz="1275" b="1">
                <a:solidFill>
                  <a:srgbClr val="B75045"/>
                </a:solidFill>
              </a:defRPr>
            </a:lvl8pPr>
            <a:lvl9pPr algn="l">
              <a:defRPr sz="1275" b="1">
                <a:solidFill>
                  <a:srgbClr val="B75045"/>
                </a:solidFill>
              </a:defRPr>
            </a:lvl9pPr>
          </a:lstStyle>
          <a:p xmlns:a="http://schemas.openxmlformats.org/drawingml/2006/main">
            <a:pPr algn="l">
              <a:defRPr sz="1275" b="1">
                <a:solidFill>
                  <a:srgbClr val="B75045"/>
                </a:solidFill>
              </a:defRPr>
            </a:pPr>
            <a:r>
              <a:rPr sz="1275" b="1">
                <a:solidFill>
                  <a:srgbClr val="B75045"/>
                </a:solidFill>
              </a:rPr>
              <a:t>THE PROBLEM</a:t>
            </a:r>
          </a:p>
        </p:txBody>
      </p:sp>
      <p:sp>
        <p:nvSpPr>
          <p:cNvPr id="7" name="">
            <a:extLst xmlns:a="http://schemas.openxmlformats.org/drawingml/2006/main">
              <a:ext uri="{FF2B5EF4-FFF2-40B4-BE49-F238E27FC236}">
                <a16:creationId xmlns:a16="http://schemas.microsoft.com/office/drawing/2014/main" id="{1D539475-3224-4BC3-B7B6-056860C9F4B0}"/>
              </a:ext>
            </a:extLst>
          </p:cNvPr>
          <p:cNvSpPr>
            <a:spLocks xmlns:a="http://schemas.openxmlformats.org/drawingml/2006/main" noGrp="1"/>
          </p:cNvSpPr>
          <p:nvPr/>
        </p:nvSpPr>
        <p:spPr>
          <a:xfrm xmlns:a="http://schemas.openxmlformats.org/drawingml/2006/main">
            <a:off x="1028700" y="257175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00" b="1">
                <a:solidFill>
                  <a:srgbClr val="203247"/>
                </a:solidFill>
              </a:defRPr>
            </a:defPPr>
            <a:lvl1pPr algn="l">
              <a:defRPr sz="2100" b="1">
                <a:solidFill>
                  <a:srgbClr val="203247"/>
                </a:solidFill>
              </a:defRPr>
            </a:lvl1pPr>
            <a:lvl2pPr algn="l">
              <a:defRPr sz="2100" b="1">
                <a:solidFill>
                  <a:srgbClr val="203247"/>
                </a:solidFill>
              </a:defRPr>
            </a:lvl2pPr>
            <a:lvl3pPr algn="l">
              <a:defRPr sz="2100" b="1">
                <a:solidFill>
                  <a:srgbClr val="203247"/>
                </a:solidFill>
              </a:defRPr>
            </a:lvl3pPr>
            <a:lvl4pPr algn="l">
              <a:defRPr sz="2100" b="1">
                <a:solidFill>
                  <a:srgbClr val="203247"/>
                </a:solidFill>
              </a:defRPr>
            </a:lvl4pPr>
            <a:lvl5pPr algn="l">
              <a:defRPr sz="2100" b="1">
                <a:solidFill>
                  <a:srgbClr val="203247"/>
                </a:solidFill>
              </a:defRPr>
            </a:lvl5pPr>
            <a:lvl6pPr algn="l">
              <a:defRPr sz="2100" b="1">
                <a:solidFill>
                  <a:srgbClr val="203247"/>
                </a:solidFill>
              </a:defRPr>
            </a:lvl6pPr>
            <a:lvl7pPr algn="l">
              <a:defRPr sz="2100" b="1">
                <a:solidFill>
                  <a:srgbClr val="203247"/>
                </a:solidFill>
              </a:defRPr>
            </a:lvl7pPr>
            <a:lvl8pPr algn="l">
              <a:defRPr sz="2100" b="1">
                <a:solidFill>
                  <a:srgbClr val="203247"/>
                </a:solidFill>
              </a:defRPr>
            </a:lvl8pPr>
            <a:lvl9pPr algn="l">
              <a:defRPr sz="2100" b="1">
                <a:solidFill>
                  <a:srgbClr val="203247"/>
                </a:solidFill>
              </a:defRPr>
            </a:lvl9pPr>
          </a:lstStyle>
          <a:p xmlns:a="http://schemas.openxmlformats.org/drawingml/2006/main">
            <a:pPr algn="l">
              <a:defRPr sz="2100" b="1">
                <a:solidFill>
                  <a:srgbClr val="203247"/>
                </a:solidFill>
              </a:defRPr>
            </a:pPr>
            <a:r>
              <a:rPr sz="2100" b="1">
                <a:solidFill>
                  <a:srgbClr val="203247"/>
                </a:solidFill>
              </a:rPr>
              <a:t>The same type of hazard could receive a different point value when the AI analyzed another photo.</a:t>
            </a:r>
          </a:p>
        </p:txBody>
      </p:sp>
      <p:sp>
        <p:nvSpPr>
          <p:cNvPr id="8" name="">
            <a:extLst xmlns:a="http://schemas.openxmlformats.org/drawingml/2006/main">
              <a:ext uri="{FF2B5EF4-FFF2-40B4-BE49-F238E27FC236}">
                <a16:creationId xmlns:a16="http://schemas.microsoft.com/office/drawing/2014/main" id="{841FADF3-D21E-4782-B738-429BCE0BC736}"/>
              </a:ext>
            </a:extLst>
          </p:cNvPr>
          <p:cNvSpPr>
            <a:spLocks xmlns:a="http://schemas.openxmlformats.org/drawingml/2006/main" noGrp="1"/>
          </p:cNvSpPr>
          <p:nvPr/>
        </p:nvSpPr>
        <p:spPr>
          <a:xfrm xmlns:a="http://schemas.openxmlformats.org/drawingml/2006/main">
            <a:off x="1028700" y="400050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500" b="0">
                <a:solidFill>
                  <a:srgbClr val="59677A"/>
                </a:solidFill>
              </a:defRPr>
            </a:defPPr>
            <a:lvl1pPr algn="l">
              <a:defRPr sz="1500" b="0">
                <a:solidFill>
                  <a:srgbClr val="59677A"/>
                </a:solidFill>
              </a:defRPr>
            </a:lvl1pPr>
            <a:lvl2pPr algn="l">
              <a:defRPr sz="1500" b="0">
                <a:solidFill>
                  <a:srgbClr val="59677A"/>
                </a:solidFill>
              </a:defRPr>
            </a:lvl2pPr>
            <a:lvl3pPr algn="l">
              <a:defRPr sz="1500" b="0">
                <a:solidFill>
                  <a:srgbClr val="59677A"/>
                </a:solidFill>
              </a:defRPr>
            </a:lvl3pPr>
            <a:lvl4pPr algn="l">
              <a:defRPr sz="1500" b="0">
                <a:solidFill>
                  <a:srgbClr val="59677A"/>
                </a:solidFill>
              </a:defRPr>
            </a:lvl4pPr>
            <a:lvl5pPr algn="l">
              <a:defRPr sz="1500" b="0">
                <a:solidFill>
                  <a:srgbClr val="59677A"/>
                </a:solidFill>
              </a:defRPr>
            </a:lvl5pPr>
            <a:lvl6pPr algn="l">
              <a:defRPr sz="1500" b="0">
                <a:solidFill>
                  <a:srgbClr val="59677A"/>
                </a:solidFill>
              </a:defRPr>
            </a:lvl6pPr>
            <a:lvl7pPr algn="l">
              <a:defRPr sz="1500" b="0">
                <a:solidFill>
                  <a:srgbClr val="59677A"/>
                </a:solidFill>
              </a:defRPr>
            </a:lvl7pPr>
            <a:lvl8pPr algn="l">
              <a:defRPr sz="1500" b="0">
                <a:solidFill>
                  <a:srgbClr val="59677A"/>
                </a:solidFill>
              </a:defRPr>
            </a:lvl8pPr>
            <a:lvl9pPr algn="l">
              <a:defRPr sz="1500" b="0">
                <a:solidFill>
                  <a:srgbClr val="59677A"/>
                </a:solidFill>
              </a:defRPr>
            </a:lvl9pPr>
          </a:lstStyle>
          <a:p xmlns:a="http://schemas.openxmlformats.org/drawingml/2006/main">
            <a:pPr algn="l">
              <a:defRPr sz="1500" b="0">
                <a:solidFill>
                  <a:srgbClr val="59677A"/>
                </a:solidFill>
              </a:defRPr>
            </a:pPr>
            <a:r>
              <a:rPr sz="1500" b="0">
                <a:solidFill>
                  <a:srgbClr val="59677A"/>
                </a:solidFill>
              </a:rPr>
              <a:t>That variation made room scores harder to compare.</a:t>
            </a:r>
          </a:p>
        </p:txBody>
      </p:sp>
      <p:sp>
        <p:nvSpPr>
          <p:cNvPr id="9" name="">
            <a:extLst xmlns:a="http://schemas.openxmlformats.org/drawingml/2006/main">
              <a:ext uri="{FF2B5EF4-FFF2-40B4-BE49-F238E27FC236}">
                <a16:creationId xmlns:a16="http://schemas.microsoft.com/office/drawing/2014/main" id="{34487942-9580-46BB-82C7-0B37BA94DA29}"/>
              </a:ext>
            </a:extLst>
          </p:cNvPr>
          <p:cNvSpPr>
            <a:spLocks xmlns:a="http://schemas.openxmlformats.org/drawingml/2006/main" noGrp="1"/>
          </p:cNvSpPr>
          <p:nvPr/>
        </p:nvSpPr>
        <p:spPr>
          <a:xfrm xmlns:a="http://schemas.openxmlformats.org/drawingml/2006/main">
            <a:off x="5600700" y="304800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3150" b="1">
                <a:solidFill>
                  <a:srgbClr val="1E5D78"/>
                </a:solidFill>
              </a:defRPr>
            </a:defPPr>
            <a:lvl1pPr algn="ctr">
              <a:defRPr sz="3150" b="1">
                <a:solidFill>
                  <a:srgbClr val="1E5D78"/>
                </a:solidFill>
              </a:defRPr>
            </a:lvl1pPr>
            <a:lvl2pPr algn="ctr">
              <a:defRPr sz="3150" b="1">
                <a:solidFill>
                  <a:srgbClr val="1E5D78"/>
                </a:solidFill>
              </a:defRPr>
            </a:lvl2pPr>
            <a:lvl3pPr algn="ctr">
              <a:defRPr sz="3150" b="1">
                <a:solidFill>
                  <a:srgbClr val="1E5D78"/>
                </a:solidFill>
              </a:defRPr>
            </a:lvl3pPr>
            <a:lvl4pPr algn="ctr">
              <a:defRPr sz="3150" b="1">
                <a:solidFill>
                  <a:srgbClr val="1E5D78"/>
                </a:solidFill>
              </a:defRPr>
            </a:lvl4pPr>
            <a:lvl5pPr algn="ctr">
              <a:defRPr sz="3150" b="1">
                <a:solidFill>
                  <a:srgbClr val="1E5D78"/>
                </a:solidFill>
              </a:defRPr>
            </a:lvl5pPr>
            <a:lvl6pPr algn="ctr">
              <a:defRPr sz="3150" b="1">
                <a:solidFill>
                  <a:srgbClr val="1E5D78"/>
                </a:solidFill>
              </a:defRPr>
            </a:lvl6pPr>
            <a:lvl7pPr algn="ctr">
              <a:defRPr sz="3150" b="1">
                <a:solidFill>
                  <a:srgbClr val="1E5D78"/>
                </a:solidFill>
              </a:defRPr>
            </a:lvl7pPr>
            <a:lvl8pPr algn="ctr">
              <a:defRPr sz="3150" b="1">
                <a:solidFill>
                  <a:srgbClr val="1E5D78"/>
                </a:solidFill>
              </a:defRPr>
            </a:lvl8pPr>
            <a:lvl9pPr algn="ctr">
              <a:defRPr sz="3150" b="1">
                <a:solidFill>
                  <a:srgbClr val="1E5D78"/>
                </a:solidFill>
              </a:defRPr>
            </a:lvl9pPr>
          </a:lstStyle>
          <a:p xmlns:a="http://schemas.openxmlformats.org/drawingml/2006/main">
            <a:pPr algn="ctr">
              <a:defRPr sz="3150" b="1">
                <a:solidFill>
                  <a:srgbClr val="1E5D78"/>
                </a:solidFill>
              </a:defRPr>
            </a:pPr>
            <a:r>
              <a:rPr sz="3150" b="1">
                <a:solidFill>
                  <a:srgbClr val="1E5D78"/>
                </a:solidFill>
              </a:rPr>
              <a:t>→</a:t>
            </a:r>
          </a:p>
        </p:txBody>
      </p:sp>
      <p:sp>
        <p:nvSpPr>
          <p:cNvPr id="10" name="">
            <a:extLst xmlns:a="http://schemas.openxmlformats.org/drawingml/2006/main">
              <a:ext uri="{FF2B5EF4-FFF2-40B4-BE49-F238E27FC236}">
                <a16:creationId xmlns:a16="http://schemas.microsoft.com/office/drawing/2014/main" id="{DDEB36E6-AE77-4D21-99B4-2CF5C5E64DE8}"/>
              </a:ext>
            </a:extLst>
          </p:cNvPr>
          <p:cNvSpPr>
            <a:spLocks xmlns:a="http://schemas.openxmlformats.org/drawingml/2006/main" noGrp="1"/>
          </p:cNvSpPr>
          <p:nvPr/>
        </p:nvSpPr>
        <p:spPr>
          <a:xfrm xmlns:a="http://schemas.openxmlformats.org/drawingml/2006/main">
            <a:off x="6534150" y="1657350"/>
            <a:ext cx="4686300" cy="685800"/>
          </a:xfrm>
          <a:prstGeom xmlns:a="http://schemas.openxmlformats.org/drawingml/2006/main" prst="roundRect">
            <a:avLst>
              <a:gd name="adj" fmla="val 11111"/>
            </a:avLst>
          </a:prstGeom>
          <a:solidFill xmlns:a="http://schemas.openxmlformats.org/drawingml/2006/main">
            <a:srgbClr val="FFFDFC"/>
          </a:solidFill>
          <a:ln xmlns:a="http://schemas.openxmlformats.org/drawingml/2006/main" w="9525">
            <a:solidFill>
              <a:srgbClr val="D8D3CA"/>
            </a:solidFill>
            <a:prstDash val="solid"/>
          </a:ln>
        </p:spPr>
      </p:sp>
      <p:sp>
        <p:nvSpPr>
          <p:cNvPr id="11" name="">
            <a:extLst xmlns:a="http://schemas.openxmlformats.org/drawingml/2006/main">
              <a:ext uri="{FF2B5EF4-FFF2-40B4-BE49-F238E27FC236}">
                <a16:creationId xmlns:a16="http://schemas.microsoft.com/office/drawing/2014/main" id="{995BC2DC-E2FB-433C-8A0D-36B100FE7319}"/>
              </a:ext>
            </a:extLst>
          </p:cNvPr>
          <p:cNvSpPr>
            <a:spLocks xmlns:a="http://schemas.openxmlformats.org/drawingml/2006/main" noGrp="1"/>
          </p:cNvSpPr>
          <p:nvPr/>
        </p:nvSpPr>
        <p:spPr>
          <a:xfrm xmlns:a="http://schemas.openxmlformats.org/drawingml/2006/main">
            <a:off x="6705600" y="180022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00" b="1">
                <a:solidFill>
                  <a:srgbClr val="1E5D78"/>
                </a:solidFill>
              </a:defRPr>
            </a:defPPr>
            <a:lvl1pPr algn="ctr">
              <a:defRPr sz="1500" b="1">
                <a:solidFill>
                  <a:srgbClr val="1E5D78"/>
                </a:solidFill>
              </a:defRPr>
            </a:lvl1pPr>
            <a:lvl2pPr algn="ctr">
              <a:defRPr sz="1500" b="1">
                <a:solidFill>
                  <a:srgbClr val="1E5D78"/>
                </a:solidFill>
              </a:defRPr>
            </a:lvl2pPr>
            <a:lvl3pPr algn="ctr">
              <a:defRPr sz="1500" b="1">
                <a:solidFill>
                  <a:srgbClr val="1E5D78"/>
                </a:solidFill>
              </a:defRPr>
            </a:lvl3pPr>
            <a:lvl4pPr algn="ctr">
              <a:defRPr sz="1500" b="1">
                <a:solidFill>
                  <a:srgbClr val="1E5D78"/>
                </a:solidFill>
              </a:defRPr>
            </a:lvl4pPr>
            <a:lvl5pPr algn="ctr">
              <a:defRPr sz="1500" b="1">
                <a:solidFill>
                  <a:srgbClr val="1E5D78"/>
                </a:solidFill>
              </a:defRPr>
            </a:lvl5pPr>
            <a:lvl6pPr algn="ctr">
              <a:defRPr sz="1500" b="1">
                <a:solidFill>
                  <a:srgbClr val="1E5D78"/>
                </a:solidFill>
              </a:defRPr>
            </a:lvl6pPr>
            <a:lvl7pPr algn="ctr">
              <a:defRPr sz="1500" b="1">
                <a:solidFill>
                  <a:srgbClr val="1E5D78"/>
                </a:solidFill>
              </a:defRPr>
            </a:lvl7pPr>
            <a:lvl8pPr algn="ctr">
              <a:defRPr sz="1500" b="1">
                <a:solidFill>
                  <a:srgbClr val="1E5D78"/>
                </a:solidFill>
              </a:defRPr>
            </a:lvl8pPr>
            <a:lvl9pPr algn="ctr">
              <a:defRPr sz="1500" b="1">
                <a:solidFill>
                  <a:srgbClr val="1E5D78"/>
                </a:solidFill>
              </a:defRPr>
            </a:lvl9pPr>
          </a:lstStyle>
          <a:p xmlns:a="http://schemas.openxmlformats.org/drawingml/2006/main">
            <a:pPr algn="ctr">
              <a:defRPr sz="1500" b="1">
                <a:solidFill>
                  <a:srgbClr val="1E5D78"/>
                </a:solidFill>
              </a:defRPr>
            </a:pPr>
            <a:r>
              <a:rPr sz="1500" b="1">
                <a:solidFill>
                  <a:srgbClr val="1E5D78"/>
                </a:solidFill>
              </a:rPr>
              <a:t>1</a:t>
            </a:r>
          </a:p>
        </p:txBody>
      </p:sp>
      <p:sp>
        <p:nvSpPr>
          <p:cNvPr id="12" name="">
            <a:extLst xmlns:a="http://schemas.openxmlformats.org/drawingml/2006/main">
              <a:ext uri="{FF2B5EF4-FFF2-40B4-BE49-F238E27FC236}">
                <a16:creationId xmlns:a16="http://schemas.microsoft.com/office/drawing/2014/main" id="{15C39748-939C-4A54-8A8D-A5983F8DBB6D}"/>
              </a:ext>
            </a:extLst>
          </p:cNvPr>
          <p:cNvSpPr>
            <a:spLocks xmlns:a="http://schemas.openxmlformats.org/drawingml/2006/main" noGrp="1"/>
          </p:cNvSpPr>
          <p:nvPr/>
        </p:nvSpPr>
        <p:spPr>
          <a:xfrm xmlns:a="http://schemas.openxmlformats.org/drawingml/2006/main">
            <a:off x="7219950" y="1771650"/>
            <a:ext cx="3733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500" b="1">
                <a:solidFill>
                  <a:srgbClr val="203247"/>
                </a:solidFill>
              </a:defRPr>
            </a:defPPr>
            <a:lvl1pPr algn="l">
              <a:defRPr sz="1500" b="1">
                <a:solidFill>
                  <a:srgbClr val="203247"/>
                </a:solidFill>
              </a:defRPr>
            </a:lvl1pPr>
            <a:lvl2pPr algn="l">
              <a:defRPr sz="1500" b="1">
                <a:solidFill>
                  <a:srgbClr val="203247"/>
                </a:solidFill>
              </a:defRPr>
            </a:lvl2pPr>
            <a:lvl3pPr algn="l">
              <a:defRPr sz="1500" b="1">
                <a:solidFill>
                  <a:srgbClr val="203247"/>
                </a:solidFill>
              </a:defRPr>
            </a:lvl3pPr>
            <a:lvl4pPr algn="l">
              <a:defRPr sz="1500" b="1">
                <a:solidFill>
                  <a:srgbClr val="203247"/>
                </a:solidFill>
              </a:defRPr>
            </a:lvl4pPr>
            <a:lvl5pPr algn="l">
              <a:defRPr sz="1500" b="1">
                <a:solidFill>
                  <a:srgbClr val="203247"/>
                </a:solidFill>
              </a:defRPr>
            </a:lvl5pPr>
            <a:lvl6pPr algn="l">
              <a:defRPr sz="1500" b="1">
                <a:solidFill>
                  <a:srgbClr val="203247"/>
                </a:solidFill>
              </a:defRPr>
            </a:lvl6pPr>
            <a:lvl7pPr algn="l">
              <a:defRPr sz="1500" b="1">
                <a:solidFill>
                  <a:srgbClr val="203247"/>
                </a:solidFill>
              </a:defRPr>
            </a:lvl7pPr>
            <a:lvl8pPr algn="l">
              <a:defRPr sz="1500" b="1">
                <a:solidFill>
                  <a:srgbClr val="203247"/>
                </a:solidFill>
              </a:defRPr>
            </a:lvl8pPr>
            <a:lvl9pPr algn="l">
              <a:defRPr sz="1500" b="1">
                <a:solidFill>
                  <a:srgbClr val="203247"/>
                </a:solidFill>
              </a:defRPr>
            </a:lvl9pPr>
          </a:lstStyle>
          <a:p xmlns:a="http://schemas.openxmlformats.org/drawingml/2006/main">
            <a:pPr algn="l">
              <a:defRPr sz="1500" b="1">
                <a:solidFill>
                  <a:srgbClr val="203247"/>
                </a:solidFill>
              </a:defRPr>
            </a:pPr>
            <a:r>
              <a:rPr sz="1500" b="1">
                <a:solidFill>
                  <a:srgbClr val="203247"/>
                </a:solidFill>
              </a:rPr>
              <a:t>Limit each hazard to 1-15 points</a:t>
            </a:r>
          </a:p>
        </p:txBody>
      </p:sp>
      <p:sp>
        <p:nvSpPr>
          <p:cNvPr id="13" name="">
            <a:extLst xmlns:a="http://schemas.openxmlformats.org/drawingml/2006/main">
              <a:ext uri="{FF2B5EF4-FFF2-40B4-BE49-F238E27FC236}">
                <a16:creationId xmlns:a16="http://schemas.microsoft.com/office/drawing/2014/main" id="{F8A03D8D-6D11-4667-A58D-F921EAE33511}"/>
              </a:ext>
            </a:extLst>
          </p:cNvPr>
          <p:cNvSpPr>
            <a:spLocks xmlns:a="http://schemas.openxmlformats.org/drawingml/2006/main" noGrp="1"/>
          </p:cNvSpPr>
          <p:nvPr/>
        </p:nvSpPr>
        <p:spPr>
          <a:xfrm xmlns:a="http://schemas.openxmlformats.org/drawingml/2006/main">
            <a:off x="6534150" y="2552700"/>
            <a:ext cx="4686300" cy="685800"/>
          </a:xfrm>
          <a:prstGeom xmlns:a="http://schemas.openxmlformats.org/drawingml/2006/main" prst="roundRect">
            <a:avLst>
              <a:gd name="adj" fmla="val 11111"/>
            </a:avLst>
          </a:prstGeom>
          <a:solidFill xmlns:a="http://schemas.openxmlformats.org/drawingml/2006/main">
            <a:srgbClr val="FFFDFC"/>
          </a:solidFill>
          <a:ln xmlns:a="http://schemas.openxmlformats.org/drawingml/2006/main" w="9525">
            <a:solidFill>
              <a:srgbClr val="D8D3CA"/>
            </a:solidFill>
            <a:prstDash val="solid"/>
          </a:ln>
        </p:spPr>
      </p:sp>
      <p:sp>
        <p:nvSpPr>
          <p:cNvPr id="14" name="">
            <a:extLst xmlns:a="http://schemas.openxmlformats.org/drawingml/2006/main">
              <a:ext uri="{FF2B5EF4-FFF2-40B4-BE49-F238E27FC236}">
                <a16:creationId xmlns:a16="http://schemas.microsoft.com/office/drawing/2014/main" id="{8B55EA43-CD14-4A84-A17C-6A868791B0A5}"/>
              </a:ext>
            </a:extLst>
          </p:cNvPr>
          <p:cNvSpPr>
            <a:spLocks xmlns:a="http://schemas.openxmlformats.org/drawingml/2006/main" noGrp="1"/>
          </p:cNvSpPr>
          <p:nvPr/>
        </p:nvSpPr>
        <p:spPr>
          <a:xfrm xmlns:a="http://schemas.openxmlformats.org/drawingml/2006/main">
            <a:off x="6705600" y="269557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00" b="1">
                <a:solidFill>
                  <a:srgbClr val="1E5D78"/>
                </a:solidFill>
              </a:defRPr>
            </a:defPPr>
            <a:lvl1pPr algn="ctr">
              <a:defRPr sz="1500" b="1">
                <a:solidFill>
                  <a:srgbClr val="1E5D78"/>
                </a:solidFill>
              </a:defRPr>
            </a:lvl1pPr>
            <a:lvl2pPr algn="ctr">
              <a:defRPr sz="1500" b="1">
                <a:solidFill>
                  <a:srgbClr val="1E5D78"/>
                </a:solidFill>
              </a:defRPr>
            </a:lvl2pPr>
            <a:lvl3pPr algn="ctr">
              <a:defRPr sz="1500" b="1">
                <a:solidFill>
                  <a:srgbClr val="1E5D78"/>
                </a:solidFill>
              </a:defRPr>
            </a:lvl3pPr>
            <a:lvl4pPr algn="ctr">
              <a:defRPr sz="1500" b="1">
                <a:solidFill>
                  <a:srgbClr val="1E5D78"/>
                </a:solidFill>
              </a:defRPr>
            </a:lvl4pPr>
            <a:lvl5pPr algn="ctr">
              <a:defRPr sz="1500" b="1">
                <a:solidFill>
                  <a:srgbClr val="1E5D78"/>
                </a:solidFill>
              </a:defRPr>
            </a:lvl5pPr>
            <a:lvl6pPr algn="ctr">
              <a:defRPr sz="1500" b="1">
                <a:solidFill>
                  <a:srgbClr val="1E5D78"/>
                </a:solidFill>
              </a:defRPr>
            </a:lvl6pPr>
            <a:lvl7pPr algn="ctr">
              <a:defRPr sz="1500" b="1">
                <a:solidFill>
                  <a:srgbClr val="1E5D78"/>
                </a:solidFill>
              </a:defRPr>
            </a:lvl7pPr>
            <a:lvl8pPr algn="ctr">
              <a:defRPr sz="1500" b="1">
                <a:solidFill>
                  <a:srgbClr val="1E5D78"/>
                </a:solidFill>
              </a:defRPr>
            </a:lvl8pPr>
            <a:lvl9pPr algn="ctr">
              <a:defRPr sz="1500" b="1">
                <a:solidFill>
                  <a:srgbClr val="1E5D78"/>
                </a:solidFill>
              </a:defRPr>
            </a:lvl9pPr>
          </a:lstStyle>
          <a:p xmlns:a="http://schemas.openxmlformats.org/drawingml/2006/main">
            <a:pPr algn="ctr">
              <a:defRPr sz="1500" b="1">
                <a:solidFill>
                  <a:srgbClr val="1E5D78"/>
                </a:solidFill>
              </a:defRPr>
            </a:pPr>
            <a:r>
              <a:rPr sz="1500" b="1">
                <a:solidFill>
                  <a:srgbClr val="1E5D78"/>
                </a:solidFill>
              </a:rPr>
              <a:t>2</a:t>
            </a:r>
          </a:p>
        </p:txBody>
      </p:sp>
      <p:sp>
        <p:nvSpPr>
          <p:cNvPr id="15" name="">
            <a:extLst xmlns:a="http://schemas.openxmlformats.org/drawingml/2006/main">
              <a:ext uri="{FF2B5EF4-FFF2-40B4-BE49-F238E27FC236}">
                <a16:creationId xmlns:a16="http://schemas.microsoft.com/office/drawing/2014/main" id="{73ABC9F0-D405-453B-9ED8-C96DE54819E7}"/>
              </a:ext>
            </a:extLst>
          </p:cNvPr>
          <p:cNvSpPr>
            <a:spLocks xmlns:a="http://schemas.openxmlformats.org/drawingml/2006/main" noGrp="1"/>
          </p:cNvSpPr>
          <p:nvPr/>
        </p:nvSpPr>
        <p:spPr>
          <a:xfrm xmlns:a="http://schemas.openxmlformats.org/drawingml/2006/main">
            <a:off x="7219950" y="2667000"/>
            <a:ext cx="3733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500" b="1">
                <a:solidFill>
                  <a:srgbClr val="203247"/>
                </a:solidFill>
              </a:defRPr>
            </a:defPPr>
            <a:lvl1pPr algn="l">
              <a:defRPr sz="1500" b="1">
                <a:solidFill>
                  <a:srgbClr val="203247"/>
                </a:solidFill>
              </a:defRPr>
            </a:lvl1pPr>
            <a:lvl2pPr algn="l">
              <a:defRPr sz="1500" b="1">
                <a:solidFill>
                  <a:srgbClr val="203247"/>
                </a:solidFill>
              </a:defRPr>
            </a:lvl2pPr>
            <a:lvl3pPr algn="l">
              <a:defRPr sz="1500" b="1">
                <a:solidFill>
                  <a:srgbClr val="203247"/>
                </a:solidFill>
              </a:defRPr>
            </a:lvl3pPr>
            <a:lvl4pPr algn="l">
              <a:defRPr sz="1500" b="1">
                <a:solidFill>
                  <a:srgbClr val="203247"/>
                </a:solidFill>
              </a:defRPr>
            </a:lvl4pPr>
            <a:lvl5pPr algn="l">
              <a:defRPr sz="1500" b="1">
                <a:solidFill>
                  <a:srgbClr val="203247"/>
                </a:solidFill>
              </a:defRPr>
            </a:lvl5pPr>
            <a:lvl6pPr algn="l">
              <a:defRPr sz="1500" b="1">
                <a:solidFill>
                  <a:srgbClr val="203247"/>
                </a:solidFill>
              </a:defRPr>
            </a:lvl6pPr>
            <a:lvl7pPr algn="l">
              <a:defRPr sz="1500" b="1">
                <a:solidFill>
                  <a:srgbClr val="203247"/>
                </a:solidFill>
              </a:defRPr>
            </a:lvl7pPr>
            <a:lvl8pPr algn="l">
              <a:defRPr sz="1500" b="1">
                <a:solidFill>
                  <a:srgbClr val="203247"/>
                </a:solidFill>
              </a:defRPr>
            </a:lvl8pPr>
            <a:lvl9pPr algn="l">
              <a:defRPr sz="1500" b="1">
                <a:solidFill>
                  <a:srgbClr val="203247"/>
                </a:solidFill>
              </a:defRPr>
            </a:lvl9pPr>
          </a:lstStyle>
          <a:p xmlns:a="http://schemas.openxmlformats.org/drawingml/2006/main">
            <a:pPr algn="l">
              <a:defRPr sz="1500" b="1">
                <a:solidFill>
                  <a:srgbClr val="203247"/>
                </a:solidFill>
              </a:defRPr>
            </a:pPr>
            <a:r>
              <a:rPr sz="1500" b="1">
                <a:solidFill>
                  <a:srgbClr val="203247"/>
                </a:solidFill>
              </a:rPr>
              <a:t>Add only confirmed follow-up concerns</a:t>
            </a:r>
          </a:p>
        </p:txBody>
      </p:sp>
      <p:sp>
        <p:nvSpPr>
          <p:cNvPr id="16" name="">
            <a:extLst xmlns:a="http://schemas.openxmlformats.org/drawingml/2006/main">
              <a:ext uri="{FF2B5EF4-FFF2-40B4-BE49-F238E27FC236}">
                <a16:creationId xmlns:a16="http://schemas.microsoft.com/office/drawing/2014/main" id="{AA1B93BA-8771-4A65-9583-6F6ACA118849}"/>
              </a:ext>
            </a:extLst>
          </p:cNvPr>
          <p:cNvSpPr>
            <a:spLocks xmlns:a="http://schemas.openxmlformats.org/drawingml/2006/main" noGrp="1"/>
          </p:cNvSpPr>
          <p:nvPr/>
        </p:nvSpPr>
        <p:spPr>
          <a:xfrm xmlns:a="http://schemas.openxmlformats.org/drawingml/2006/main">
            <a:off x="6534150" y="3448050"/>
            <a:ext cx="4686300" cy="685800"/>
          </a:xfrm>
          <a:prstGeom xmlns:a="http://schemas.openxmlformats.org/drawingml/2006/main" prst="roundRect">
            <a:avLst>
              <a:gd name="adj" fmla="val 11111"/>
            </a:avLst>
          </a:prstGeom>
          <a:solidFill xmlns:a="http://schemas.openxmlformats.org/drawingml/2006/main">
            <a:srgbClr val="FFFDFC"/>
          </a:solidFill>
          <a:ln xmlns:a="http://schemas.openxmlformats.org/drawingml/2006/main" w="9525">
            <a:solidFill>
              <a:srgbClr val="D8D3CA"/>
            </a:solidFill>
            <a:prstDash val="solid"/>
          </a:ln>
        </p:spPr>
      </p:sp>
      <p:sp>
        <p:nvSpPr>
          <p:cNvPr id="17" name="">
            <a:extLst xmlns:a="http://schemas.openxmlformats.org/drawingml/2006/main">
              <a:ext uri="{FF2B5EF4-FFF2-40B4-BE49-F238E27FC236}">
                <a16:creationId xmlns:a16="http://schemas.microsoft.com/office/drawing/2014/main" id="{B5C84F0E-27FD-42BB-BF96-C051CA59AA74}"/>
              </a:ext>
            </a:extLst>
          </p:cNvPr>
          <p:cNvSpPr>
            <a:spLocks xmlns:a="http://schemas.openxmlformats.org/drawingml/2006/main" noGrp="1"/>
          </p:cNvSpPr>
          <p:nvPr/>
        </p:nvSpPr>
        <p:spPr>
          <a:xfrm xmlns:a="http://schemas.openxmlformats.org/drawingml/2006/main">
            <a:off x="6705600" y="359092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00" b="1">
                <a:solidFill>
                  <a:srgbClr val="1E5D78"/>
                </a:solidFill>
              </a:defRPr>
            </a:defPPr>
            <a:lvl1pPr algn="ctr">
              <a:defRPr sz="1500" b="1">
                <a:solidFill>
                  <a:srgbClr val="1E5D78"/>
                </a:solidFill>
              </a:defRPr>
            </a:lvl1pPr>
            <a:lvl2pPr algn="ctr">
              <a:defRPr sz="1500" b="1">
                <a:solidFill>
                  <a:srgbClr val="1E5D78"/>
                </a:solidFill>
              </a:defRPr>
            </a:lvl2pPr>
            <a:lvl3pPr algn="ctr">
              <a:defRPr sz="1500" b="1">
                <a:solidFill>
                  <a:srgbClr val="1E5D78"/>
                </a:solidFill>
              </a:defRPr>
            </a:lvl3pPr>
            <a:lvl4pPr algn="ctr">
              <a:defRPr sz="1500" b="1">
                <a:solidFill>
                  <a:srgbClr val="1E5D78"/>
                </a:solidFill>
              </a:defRPr>
            </a:lvl4pPr>
            <a:lvl5pPr algn="ctr">
              <a:defRPr sz="1500" b="1">
                <a:solidFill>
                  <a:srgbClr val="1E5D78"/>
                </a:solidFill>
              </a:defRPr>
            </a:lvl5pPr>
            <a:lvl6pPr algn="ctr">
              <a:defRPr sz="1500" b="1">
                <a:solidFill>
                  <a:srgbClr val="1E5D78"/>
                </a:solidFill>
              </a:defRPr>
            </a:lvl6pPr>
            <a:lvl7pPr algn="ctr">
              <a:defRPr sz="1500" b="1">
                <a:solidFill>
                  <a:srgbClr val="1E5D78"/>
                </a:solidFill>
              </a:defRPr>
            </a:lvl7pPr>
            <a:lvl8pPr algn="ctr">
              <a:defRPr sz="1500" b="1">
                <a:solidFill>
                  <a:srgbClr val="1E5D78"/>
                </a:solidFill>
              </a:defRPr>
            </a:lvl8pPr>
            <a:lvl9pPr algn="ctr">
              <a:defRPr sz="1500" b="1">
                <a:solidFill>
                  <a:srgbClr val="1E5D78"/>
                </a:solidFill>
              </a:defRPr>
            </a:lvl9pPr>
          </a:lstStyle>
          <a:p xmlns:a="http://schemas.openxmlformats.org/drawingml/2006/main">
            <a:pPr algn="ctr">
              <a:defRPr sz="1500" b="1">
                <a:solidFill>
                  <a:srgbClr val="1E5D78"/>
                </a:solidFill>
              </a:defRPr>
            </a:pPr>
            <a:r>
              <a:rPr sz="1500" b="1">
                <a:solidFill>
                  <a:srgbClr val="1E5D78"/>
                </a:solidFill>
              </a:rPr>
              <a:t>3</a:t>
            </a:r>
          </a:p>
        </p:txBody>
      </p:sp>
      <p:sp>
        <p:nvSpPr>
          <p:cNvPr id="18" name="">
            <a:extLst xmlns:a="http://schemas.openxmlformats.org/drawingml/2006/main">
              <a:ext uri="{FF2B5EF4-FFF2-40B4-BE49-F238E27FC236}">
                <a16:creationId xmlns:a16="http://schemas.microsoft.com/office/drawing/2014/main" id="{5343001F-BE10-486C-BF10-06C59A161C00}"/>
              </a:ext>
            </a:extLst>
          </p:cNvPr>
          <p:cNvSpPr>
            <a:spLocks xmlns:a="http://schemas.openxmlformats.org/drawingml/2006/main" noGrp="1"/>
          </p:cNvSpPr>
          <p:nvPr/>
        </p:nvSpPr>
        <p:spPr>
          <a:xfrm xmlns:a="http://schemas.openxmlformats.org/drawingml/2006/main">
            <a:off x="7219950" y="3562350"/>
            <a:ext cx="3733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500" b="1">
                <a:solidFill>
                  <a:srgbClr val="203247"/>
                </a:solidFill>
              </a:defRPr>
            </a:defPPr>
            <a:lvl1pPr algn="l">
              <a:defRPr sz="1500" b="1">
                <a:solidFill>
                  <a:srgbClr val="203247"/>
                </a:solidFill>
              </a:defRPr>
            </a:lvl1pPr>
            <a:lvl2pPr algn="l">
              <a:defRPr sz="1500" b="1">
                <a:solidFill>
                  <a:srgbClr val="203247"/>
                </a:solidFill>
              </a:defRPr>
            </a:lvl2pPr>
            <a:lvl3pPr algn="l">
              <a:defRPr sz="1500" b="1">
                <a:solidFill>
                  <a:srgbClr val="203247"/>
                </a:solidFill>
              </a:defRPr>
            </a:lvl3pPr>
            <a:lvl4pPr algn="l">
              <a:defRPr sz="1500" b="1">
                <a:solidFill>
                  <a:srgbClr val="203247"/>
                </a:solidFill>
              </a:defRPr>
            </a:lvl4pPr>
            <a:lvl5pPr algn="l">
              <a:defRPr sz="1500" b="1">
                <a:solidFill>
                  <a:srgbClr val="203247"/>
                </a:solidFill>
              </a:defRPr>
            </a:lvl5pPr>
            <a:lvl6pPr algn="l">
              <a:defRPr sz="1500" b="1">
                <a:solidFill>
                  <a:srgbClr val="203247"/>
                </a:solidFill>
              </a:defRPr>
            </a:lvl6pPr>
            <a:lvl7pPr algn="l">
              <a:defRPr sz="1500" b="1">
                <a:solidFill>
                  <a:srgbClr val="203247"/>
                </a:solidFill>
              </a:defRPr>
            </a:lvl7pPr>
            <a:lvl8pPr algn="l">
              <a:defRPr sz="1500" b="1">
                <a:solidFill>
                  <a:srgbClr val="203247"/>
                </a:solidFill>
              </a:defRPr>
            </a:lvl8pPr>
            <a:lvl9pPr algn="l">
              <a:defRPr sz="1500" b="1">
                <a:solidFill>
                  <a:srgbClr val="203247"/>
                </a:solidFill>
              </a:defRPr>
            </a:lvl9pPr>
          </a:lstStyle>
          <a:p xmlns:a="http://schemas.openxmlformats.org/drawingml/2006/main">
            <a:pPr algn="l">
              <a:defRPr sz="1500" b="1">
                <a:solidFill>
                  <a:srgbClr val="203247"/>
                </a:solidFill>
              </a:defRPr>
            </a:pPr>
            <a:r>
              <a:rPr sz="1500" b="1">
                <a:solidFill>
                  <a:srgbClr val="203247"/>
                </a:solidFill>
              </a:rPr>
              <a:t>Use a tested category fallback</a:t>
            </a:r>
          </a:p>
        </p:txBody>
      </p:sp>
      <p:sp>
        <p:nvSpPr>
          <p:cNvPr id="19" name="">
            <a:extLst xmlns:a="http://schemas.openxmlformats.org/drawingml/2006/main">
              <a:ext uri="{FF2B5EF4-FFF2-40B4-BE49-F238E27FC236}">
                <a16:creationId xmlns:a16="http://schemas.microsoft.com/office/drawing/2014/main" id="{D8468A16-8538-4081-81A9-3F3B88158556}"/>
              </a:ext>
            </a:extLst>
          </p:cNvPr>
          <p:cNvSpPr>
            <a:spLocks xmlns:a="http://schemas.openxmlformats.org/drawingml/2006/main" noGrp="1"/>
          </p:cNvSpPr>
          <p:nvPr/>
        </p:nvSpPr>
        <p:spPr>
          <a:xfrm xmlns:a="http://schemas.openxmlformats.org/drawingml/2006/main">
            <a:off x="6534150" y="4343400"/>
            <a:ext cx="4686300" cy="685800"/>
          </a:xfrm>
          <a:prstGeom xmlns:a="http://schemas.openxmlformats.org/drawingml/2006/main" prst="roundRect">
            <a:avLst>
              <a:gd name="adj" fmla="val 11111"/>
            </a:avLst>
          </a:prstGeom>
          <a:solidFill xmlns:a="http://schemas.openxmlformats.org/drawingml/2006/main">
            <a:srgbClr val="FFFDFC"/>
          </a:solidFill>
          <a:ln xmlns:a="http://schemas.openxmlformats.org/drawingml/2006/main" w="9525">
            <a:solidFill>
              <a:srgbClr val="D8D3CA"/>
            </a:solidFill>
            <a:prstDash val="solid"/>
          </a:ln>
        </p:spPr>
      </p:sp>
      <p:sp>
        <p:nvSpPr>
          <p:cNvPr id="20" name="">
            <a:extLst xmlns:a="http://schemas.openxmlformats.org/drawingml/2006/main">
              <a:ext uri="{FF2B5EF4-FFF2-40B4-BE49-F238E27FC236}">
                <a16:creationId xmlns:a16="http://schemas.microsoft.com/office/drawing/2014/main" id="{DB9BB27E-3CF4-441A-A96F-C764C97DC4E3}"/>
              </a:ext>
            </a:extLst>
          </p:cNvPr>
          <p:cNvSpPr>
            <a:spLocks xmlns:a="http://schemas.openxmlformats.org/drawingml/2006/main" noGrp="1"/>
          </p:cNvSpPr>
          <p:nvPr/>
        </p:nvSpPr>
        <p:spPr>
          <a:xfrm xmlns:a="http://schemas.openxmlformats.org/drawingml/2006/main">
            <a:off x="6705600" y="448627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00" b="1">
                <a:solidFill>
                  <a:srgbClr val="1E5D78"/>
                </a:solidFill>
              </a:defRPr>
            </a:defPPr>
            <a:lvl1pPr algn="ctr">
              <a:defRPr sz="1500" b="1">
                <a:solidFill>
                  <a:srgbClr val="1E5D78"/>
                </a:solidFill>
              </a:defRPr>
            </a:lvl1pPr>
            <a:lvl2pPr algn="ctr">
              <a:defRPr sz="1500" b="1">
                <a:solidFill>
                  <a:srgbClr val="1E5D78"/>
                </a:solidFill>
              </a:defRPr>
            </a:lvl2pPr>
            <a:lvl3pPr algn="ctr">
              <a:defRPr sz="1500" b="1">
                <a:solidFill>
                  <a:srgbClr val="1E5D78"/>
                </a:solidFill>
              </a:defRPr>
            </a:lvl3pPr>
            <a:lvl4pPr algn="ctr">
              <a:defRPr sz="1500" b="1">
                <a:solidFill>
                  <a:srgbClr val="1E5D78"/>
                </a:solidFill>
              </a:defRPr>
            </a:lvl4pPr>
            <a:lvl5pPr algn="ctr">
              <a:defRPr sz="1500" b="1">
                <a:solidFill>
                  <a:srgbClr val="1E5D78"/>
                </a:solidFill>
              </a:defRPr>
            </a:lvl5pPr>
            <a:lvl6pPr algn="ctr">
              <a:defRPr sz="1500" b="1">
                <a:solidFill>
                  <a:srgbClr val="1E5D78"/>
                </a:solidFill>
              </a:defRPr>
            </a:lvl6pPr>
            <a:lvl7pPr algn="ctr">
              <a:defRPr sz="1500" b="1">
                <a:solidFill>
                  <a:srgbClr val="1E5D78"/>
                </a:solidFill>
              </a:defRPr>
            </a:lvl7pPr>
            <a:lvl8pPr algn="ctr">
              <a:defRPr sz="1500" b="1">
                <a:solidFill>
                  <a:srgbClr val="1E5D78"/>
                </a:solidFill>
              </a:defRPr>
            </a:lvl8pPr>
            <a:lvl9pPr algn="ctr">
              <a:defRPr sz="1500" b="1">
                <a:solidFill>
                  <a:srgbClr val="1E5D78"/>
                </a:solidFill>
              </a:defRPr>
            </a:lvl9pPr>
          </a:lstStyle>
          <a:p xmlns:a="http://schemas.openxmlformats.org/drawingml/2006/main">
            <a:pPr algn="ctr">
              <a:defRPr sz="1500" b="1">
                <a:solidFill>
                  <a:srgbClr val="1E5D78"/>
                </a:solidFill>
              </a:defRPr>
            </a:pPr>
            <a:r>
              <a:rPr sz="1500" b="1">
                <a:solidFill>
                  <a:srgbClr val="1E5D78"/>
                </a:solidFill>
              </a:rPr>
              <a:t>4</a:t>
            </a:r>
          </a:p>
        </p:txBody>
      </p:sp>
      <p:sp>
        <p:nvSpPr>
          <p:cNvPr id="21" name="">
            <a:extLst xmlns:a="http://schemas.openxmlformats.org/drawingml/2006/main">
              <a:ext uri="{FF2B5EF4-FFF2-40B4-BE49-F238E27FC236}">
                <a16:creationId xmlns:a16="http://schemas.microsoft.com/office/drawing/2014/main" id="{89F9EB8E-6DDA-4854-8B12-EC0D9AD65221}"/>
              </a:ext>
            </a:extLst>
          </p:cNvPr>
          <p:cNvSpPr>
            <a:spLocks xmlns:a="http://schemas.openxmlformats.org/drawingml/2006/main" noGrp="1"/>
          </p:cNvSpPr>
          <p:nvPr/>
        </p:nvSpPr>
        <p:spPr>
          <a:xfrm xmlns:a="http://schemas.openxmlformats.org/drawingml/2006/main">
            <a:off x="7219950" y="4457700"/>
            <a:ext cx="3733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500" b="1">
                <a:solidFill>
                  <a:srgbClr val="203247"/>
                </a:solidFill>
              </a:defRPr>
            </a:defPPr>
            <a:lvl1pPr algn="l">
              <a:defRPr sz="1500" b="1">
                <a:solidFill>
                  <a:srgbClr val="203247"/>
                </a:solidFill>
              </a:defRPr>
            </a:lvl1pPr>
            <a:lvl2pPr algn="l">
              <a:defRPr sz="1500" b="1">
                <a:solidFill>
                  <a:srgbClr val="203247"/>
                </a:solidFill>
              </a:defRPr>
            </a:lvl2pPr>
            <a:lvl3pPr algn="l">
              <a:defRPr sz="1500" b="1">
                <a:solidFill>
                  <a:srgbClr val="203247"/>
                </a:solidFill>
              </a:defRPr>
            </a:lvl3pPr>
            <a:lvl4pPr algn="l">
              <a:defRPr sz="1500" b="1">
                <a:solidFill>
                  <a:srgbClr val="203247"/>
                </a:solidFill>
              </a:defRPr>
            </a:lvl4pPr>
            <a:lvl5pPr algn="l">
              <a:defRPr sz="1500" b="1">
                <a:solidFill>
                  <a:srgbClr val="203247"/>
                </a:solidFill>
              </a:defRPr>
            </a:lvl5pPr>
            <a:lvl6pPr algn="l">
              <a:defRPr sz="1500" b="1">
                <a:solidFill>
                  <a:srgbClr val="203247"/>
                </a:solidFill>
              </a:defRPr>
            </a:lvl6pPr>
            <a:lvl7pPr algn="l">
              <a:defRPr sz="1500" b="1">
                <a:solidFill>
                  <a:srgbClr val="203247"/>
                </a:solidFill>
              </a:defRPr>
            </a:lvl7pPr>
            <a:lvl8pPr algn="l">
              <a:defRPr sz="1500" b="1">
                <a:solidFill>
                  <a:srgbClr val="203247"/>
                </a:solidFill>
              </a:defRPr>
            </a:lvl8pPr>
            <a:lvl9pPr algn="l">
              <a:defRPr sz="1500" b="1">
                <a:solidFill>
                  <a:srgbClr val="203247"/>
                </a:solidFill>
              </a:defRPr>
            </a:lvl9pPr>
          </a:lstStyle>
          <a:p xmlns:a="http://schemas.openxmlformats.org/drawingml/2006/main">
            <a:pPr algn="l">
              <a:defRPr sz="1500" b="1">
                <a:solidFill>
                  <a:srgbClr val="203247"/>
                </a:solidFill>
              </a:defRPr>
            </a:pPr>
            <a:r>
              <a:rPr sz="1500" b="1">
                <a:solidFill>
                  <a:srgbClr val="203247"/>
                </a:solidFill>
              </a:rPr>
              <a:t>Cap the final room score at 100</a:t>
            </a:r>
          </a:p>
        </p:txBody>
      </p:sp>
      <p:sp>
        <p:nvSpPr>
          <p:cNvPr id="22" name="">
            <a:extLst xmlns:a="http://schemas.openxmlformats.org/drawingml/2006/main">
              <a:ext uri="{FF2B5EF4-FFF2-40B4-BE49-F238E27FC236}">
                <a16:creationId xmlns:a16="http://schemas.microsoft.com/office/drawing/2014/main" id="{32ABDDA1-472B-45F2-B254-AAC08EA2F112}"/>
              </a:ext>
            </a:extLst>
          </p:cNvPr>
          <p:cNvSpPr>
            <a:spLocks xmlns:a="http://schemas.openxmlformats.org/drawingml/2006/main" noGrp="1"/>
          </p:cNvSpPr>
          <p:nvPr/>
        </p:nvSpPr>
        <p:spPr>
          <a:xfrm xmlns:a="http://schemas.openxmlformats.org/drawingml/2006/main">
            <a:off x="704850" y="5467350"/>
            <a:ext cx="10515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650" b="1">
                <a:solidFill>
                  <a:srgbClr val="1E5D78"/>
                </a:solidFill>
              </a:defRPr>
            </a:defPPr>
            <a:lvl1pPr algn="ctr">
              <a:defRPr sz="1650" b="1">
                <a:solidFill>
                  <a:srgbClr val="1E5D78"/>
                </a:solidFill>
              </a:defRPr>
            </a:lvl1pPr>
            <a:lvl2pPr algn="ctr">
              <a:defRPr sz="1650" b="1">
                <a:solidFill>
                  <a:srgbClr val="1E5D78"/>
                </a:solidFill>
              </a:defRPr>
            </a:lvl2pPr>
            <a:lvl3pPr algn="ctr">
              <a:defRPr sz="1650" b="1">
                <a:solidFill>
                  <a:srgbClr val="1E5D78"/>
                </a:solidFill>
              </a:defRPr>
            </a:lvl3pPr>
            <a:lvl4pPr algn="ctr">
              <a:defRPr sz="1650" b="1">
                <a:solidFill>
                  <a:srgbClr val="1E5D78"/>
                </a:solidFill>
              </a:defRPr>
            </a:lvl4pPr>
            <a:lvl5pPr algn="ctr">
              <a:defRPr sz="1650" b="1">
                <a:solidFill>
                  <a:srgbClr val="1E5D78"/>
                </a:solidFill>
              </a:defRPr>
            </a:lvl5pPr>
            <a:lvl6pPr algn="ctr">
              <a:defRPr sz="1650" b="1">
                <a:solidFill>
                  <a:srgbClr val="1E5D78"/>
                </a:solidFill>
              </a:defRPr>
            </a:lvl6pPr>
            <a:lvl7pPr algn="ctr">
              <a:defRPr sz="1650" b="1">
                <a:solidFill>
                  <a:srgbClr val="1E5D78"/>
                </a:solidFill>
              </a:defRPr>
            </a:lvl7pPr>
            <a:lvl8pPr algn="ctr">
              <a:defRPr sz="1650" b="1">
                <a:solidFill>
                  <a:srgbClr val="1E5D78"/>
                </a:solidFill>
              </a:defRPr>
            </a:lvl8pPr>
            <a:lvl9pPr algn="ctr">
              <a:defRPr sz="1650" b="1">
                <a:solidFill>
                  <a:srgbClr val="1E5D78"/>
                </a:solidFill>
              </a:defRPr>
            </a:lvl9pPr>
          </a:lstStyle>
          <a:p xmlns:a="http://schemas.openxmlformats.org/drawingml/2006/main">
            <a:pPr algn="ctr">
              <a:defRPr sz="1650" b="1">
                <a:solidFill>
                  <a:srgbClr val="1E5D78"/>
                </a:solidFill>
              </a:defRPr>
            </a:pPr>
            <a:r>
              <a:rPr sz="1650" b="1">
                <a:solidFill>
                  <a:srgbClr val="1E5D78"/>
                </a:solidFill>
              </a:rPr>
              <a:t>The AI identifies evidence. The application controls the score.</a:t>
            </a:r>
          </a:p>
        </p:txBody>
      </p:sp>
    </p:spTree>
    <p:extLst>
      <p:ext uri="{BB962C8B-B14F-4D97-AF65-F5344CB8AC3E}">
        <p14:creationId xmlns:p14="http://schemas.microsoft.com/office/powerpoint/2010/main" val="1675703192"/>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3DA1731-A523-4B52-8D0F-76FC62C01F97}"/>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638A62-60FF-47A8-88A6-FCF8B8765701}"/>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Testing &amp; validation</a:t>
            </a:r>
          </a:p>
        </p:txBody>
      </p:sp>
      <p:sp>
        <p:nvSpPr>
          <p:cNvPr id="3" name="">
            <a:extLst xmlns:a="http://schemas.openxmlformats.org/drawingml/2006/main">
              <a:ext uri="{FF2B5EF4-FFF2-40B4-BE49-F238E27FC236}">
                <a16:creationId xmlns:a16="http://schemas.microsoft.com/office/drawing/2014/main" id="{4ED05000-6B44-4AD8-A315-B2058DC48AD6}"/>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Results from 10 room photographs I staged and reviewed</a:t>
            </a:r>
          </a:p>
        </p:txBody>
      </p:sp>
      <p:sp>
        <p:nvSpPr>
          <p:cNvPr id="4" name="">
            <a:extLst xmlns:a="http://schemas.openxmlformats.org/drawingml/2006/main">
              <a:ext uri="{FF2B5EF4-FFF2-40B4-BE49-F238E27FC236}">
                <a16:creationId xmlns:a16="http://schemas.microsoft.com/office/drawing/2014/main" id="{01F61888-0F2B-4344-A6D4-DE268B50435D}"/>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5</a:t>
            </a:r>
          </a:p>
        </p:txBody>
      </p:sp>
      <p:graphicFrame>
        <p:nvGraphicFramePr>
          <p:cNvPr id="5" name="">
            <a:extLst xmlns:a="http://schemas.openxmlformats.org/drawingml/2006/main">
              <a:ext uri="{FF2B5EF4-FFF2-40B4-BE49-F238E27FC236}">
                <a16:creationId xmlns:a16="http://schemas.microsoft.com/office/drawing/2014/main" id="{B8966B27-D3CC-4D56-801F-EE4AE6191BEF}"/>
              </a:ext>
            </a:extLst>
          </p:cNvPr>
          <p:cNvGraphicFramePr/>
          <p:nvPr/>
        </p:nvGraphicFramePr>
        <p:xfrm>
          <a:off xmlns:a="http://schemas.openxmlformats.org/drawingml/2006/main" x="628650" y="1619250"/>
          <a:ext xmlns:a="http://schemas.openxmlformats.org/drawingml/2006/main" cx="10668000" cy="4171950"/>
        </p:xfrm>
        <a:graphic xmlns:a="http://schemas.openxmlformats.org/drawingml/2006/main">
          <a:graphicData uri="http://schemas.openxmlformats.org/drawingml/2006/table">
            <a:tbl>
              <a:tblPr/>
              <a:tblGrid>
                <a:gridCol w="2571750"/>
                <a:gridCol w="2095500"/>
                <a:gridCol w="1809750"/>
                <a:gridCol w="1619250"/>
                <a:gridCol w="1619250"/>
              </a:tblGrid>
              <a:tr h="347663">
                <a:tc>
                  <a:txBody>
                    <a:bodyPr/>
                    <a:lstStyle/>
                    <a:p>
                      <a:r>
                        <a:rPr sz="1125" b="1">
                          <a:solidFill>
                            <a:srgbClr val="FFFDFC"/>
                          </a:solidFill>
                        </a:rPr>
                        <a:t>Test image</a:t>
                      </a:r>
                    </a:p>
                  </a:txBody>
                  <a:tcPr marL="95250" marR="95250" marT="47625" marB="47625" anchor="ctr">
                    <a:lnL w="9525">
                      <a:solidFill>
                        <a:srgbClr val="D8D3CA"/>
                      </a:solidFill>
                      <a:prstDash val="solid"/>
                    </a:lnL>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Reference hazards</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AI reported</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Correct</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Missed</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r>
              <a:tr h="347663">
                <a:tc>
                  <a:txBody>
                    <a:bodyPr/>
                    <a:lstStyle/>
                    <a:p>
                      <a:pPr algn="l"/>
                      <a:r>
                        <a:rPr sz="1050">
                          <a:solidFill>
                            <a:srgbClr val="2C3E50"/>
                          </a:solidFill>
                        </a:rPr>
                        <a:t>Bedroom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Kitchen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Living Room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5</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5</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5</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Hallway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Bathroom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Bedroom 2</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Entryway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2</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2</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2</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Living Room 2</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Kitchen 2</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Bedroom 3</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1</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125" b="1">
                          <a:solidFill>
                            <a:srgbClr val="203247"/>
                          </a:solidFill>
                        </a:rPr>
                        <a:t>TOTAL</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35</a:t>
                      </a:r>
                    </a:p>
                  </a:txBody>
                  <a:tcPr marL="95250" marR="95250" marT="38100" marB="38100" anchor="ctr">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34</a:t>
                      </a:r>
                    </a:p>
                  </a:txBody>
                  <a:tcPr marL="95250" marR="95250" marT="38100" marB="38100" anchor="ctr">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34</a:t>
                      </a:r>
                    </a:p>
                  </a:txBody>
                  <a:tcPr marL="95250" marR="95250" marT="38100" marB="38100" anchor="ctr">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1</a:t>
                      </a:r>
                    </a:p>
                  </a:txBody>
                  <a:tcPr marL="95250" marR="95250" marT="38100" marB="38100" anchor="ctr">
                    <a:lnR w="9525">
                      <a:solidFill>
                        <a:srgbClr val="D8D3CA"/>
                      </a:solidFill>
                      <a:prstDash val="solid"/>
                    </a:lnR>
                    <a:lnB w="9525">
                      <a:solidFill>
                        <a:srgbClr val="D8D3CA"/>
                      </a:solidFill>
                      <a:prstDash val="solid"/>
                    </a:lnB>
                    <a:solidFill>
                      <a:srgbClr val="E3EEF1"/>
                    </a:solidFill>
                  </a:tcPr>
                </a:tc>
              </a:tr>
            </a:tbl>
          </a:graphicData>
        </a:graphic>
      </p:graphicFrame>
      <p:sp>
        <p:nvSpPr>
          <p:cNvPr id="6" name="">
            <a:extLst xmlns:a="http://schemas.openxmlformats.org/drawingml/2006/main">
              <a:ext uri="{FF2B5EF4-FFF2-40B4-BE49-F238E27FC236}">
                <a16:creationId xmlns:a16="http://schemas.microsoft.com/office/drawing/2014/main" id="{3D956449-6C31-45DA-AC0C-EA63E55BF466}"/>
              </a:ext>
            </a:extLst>
          </p:cNvPr>
          <p:cNvSpPr>
            <a:spLocks xmlns:a="http://schemas.openxmlformats.org/drawingml/2006/main" noGrp="1"/>
          </p:cNvSpPr>
          <p:nvPr/>
        </p:nvSpPr>
        <p:spPr>
          <a:xfrm xmlns:a="http://schemas.openxmlformats.org/drawingml/2006/main">
            <a:off x="628650" y="5905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E5D78"/>
                </a:solidFill>
              </a:defRPr>
            </a:defPPr>
            <a:lvl1pPr algn="l">
              <a:defRPr sz="1275" b="1">
                <a:solidFill>
                  <a:srgbClr val="1E5D78"/>
                </a:solidFill>
              </a:defRPr>
            </a:lvl1pPr>
            <a:lvl2pPr algn="l">
              <a:defRPr sz="1275" b="1">
                <a:solidFill>
                  <a:srgbClr val="1E5D78"/>
                </a:solidFill>
              </a:defRPr>
            </a:lvl2pPr>
            <a:lvl3pPr algn="l">
              <a:defRPr sz="1275" b="1">
                <a:solidFill>
                  <a:srgbClr val="1E5D78"/>
                </a:solidFill>
              </a:defRPr>
            </a:lvl3pPr>
            <a:lvl4pPr algn="l">
              <a:defRPr sz="1275" b="1">
                <a:solidFill>
                  <a:srgbClr val="1E5D78"/>
                </a:solidFill>
              </a:defRPr>
            </a:lvl4pPr>
            <a:lvl5pPr algn="l">
              <a:defRPr sz="1275" b="1">
                <a:solidFill>
                  <a:srgbClr val="1E5D78"/>
                </a:solidFill>
              </a:defRPr>
            </a:lvl5pPr>
            <a:lvl6pPr algn="l">
              <a:defRPr sz="1275" b="1">
                <a:solidFill>
                  <a:srgbClr val="1E5D78"/>
                </a:solidFill>
              </a:defRPr>
            </a:lvl6pPr>
            <a:lvl7pPr algn="l">
              <a:defRPr sz="1275" b="1">
                <a:solidFill>
                  <a:srgbClr val="1E5D78"/>
                </a:solidFill>
              </a:defRPr>
            </a:lvl7pPr>
            <a:lvl8pPr algn="l">
              <a:defRPr sz="1275" b="1">
                <a:solidFill>
                  <a:srgbClr val="1E5D78"/>
                </a:solidFill>
              </a:defRPr>
            </a:lvl8pPr>
            <a:lvl9pPr algn="l">
              <a:defRPr sz="1275" b="1">
                <a:solidFill>
                  <a:srgbClr val="1E5D78"/>
                </a:solidFill>
              </a:defRPr>
            </a:lvl9pPr>
          </a:lstStyle>
          <a:p xmlns:a="http://schemas.openxmlformats.org/drawingml/2006/main">
            <a:pPr algn="l">
              <a:defRPr sz="1275" b="1">
                <a:solidFill>
                  <a:srgbClr val="1E5D78"/>
                </a:solidFill>
              </a:defRPr>
            </a:pPr>
            <a:r>
              <a:rPr sz="1275" b="1">
                <a:solidFill>
                  <a:srgbClr val="1E5D78"/>
                </a:solidFill>
              </a:rPr>
              <a:t>34 of 35 reference hazards detected  |  AI can still miss small details, so human review remains necessary</a:t>
            </a:r>
          </a:p>
        </p:txBody>
      </p:sp>
    </p:spTree>
    <p:extLst>
      <p:ext uri="{BB962C8B-B14F-4D97-AF65-F5344CB8AC3E}">
        <p14:creationId xmlns:p14="http://schemas.microsoft.com/office/powerpoint/2010/main" val="523431293"/>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E37FC7C-B69A-4508-A4AE-B7E4C7A0333E}"/>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559586D-0E7A-41D9-AEDD-B28D25DE74C8}"/>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More than 200 rooms checked</a:t>
            </a:r>
          </a:p>
        </p:txBody>
      </p:sp>
      <p:sp>
        <p:nvSpPr>
          <p:cNvPr id="3" name="">
            <a:extLst xmlns:a="http://schemas.openxmlformats.org/drawingml/2006/main">
              <a:ext uri="{FF2B5EF4-FFF2-40B4-BE49-F238E27FC236}">
                <a16:creationId xmlns:a16="http://schemas.microsoft.com/office/drawing/2014/main" id="{C5377EC3-A318-484B-A99F-5FFFB5BFE3EC}"/>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Friends and family used the results to notice concerns and decide what to address first.</a:t>
            </a:r>
          </a:p>
        </p:txBody>
      </p:sp>
      <p:sp>
        <p:nvSpPr>
          <p:cNvPr id="4" name="">
            <a:extLst xmlns:a="http://schemas.openxmlformats.org/drawingml/2006/main">
              <a:ext uri="{FF2B5EF4-FFF2-40B4-BE49-F238E27FC236}">
                <a16:creationId xmlns:a16="http://schemas.microsoft.com/office/drawing/2014/main" id="{201DB9D1-CE28-496E-A166-7240FD106A80}"/>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6</a:t>
            </a:r>
          </a:p>
        </p:txBody>
      </p:sp>
      <p:sp>
        <p:nvSpPr>
          <p:cNvPr id="5" name="">
            <a:extLst xmlns:a="http://schemas.openxmlformats.org/drawingml/2006/main">
              <a:ext uri="{FF2B5EF4-FFF2-40B4-BE49-F238E27FC236}">
                <a16:creationId xmlns:a16="http://schemas.microsoft.com/office/drawing/2014/main" id="{FE051378-3969-423F-BCFD-E522575879BB}"/>
              </a:ext>
            </a:extLst>
          </p:cNvPr>
          <p:cNvSpPr>
            <a:spLocks xmlns:a="http://schemas.openxmlformats.org/drawingml/2006/main" noGrp="1"/>
          </p:cNvSpPr>
          <p:nvPr/>
        </p:nvSpPr>
        <p:spPr>
          <a:xfrm xmlns:a="http://schemas.openxmlformats.org/drawingml/2006/main">
            <a:off x="781050" y="1752600"/>
            <a:ext cx="4095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800" b="1">
                <a:solidFill>
                  <a:srgbClr val="1E5D78"/>
                </a:solidFill>
              </a:defRPr>
            </a:defPPr>
            <a:lvl1pPr algn="ctr">
              <a:defRPr sz="7800" b="1">
                <a:solidFill>
                  <a:srgbClr val="1E5D78"/>
                </a:solidFill>
              </a:defRPr>
            </a:lvl1pPr>
            <a:lvl2pPr algn="ctr">
              <a:defRPr sz="7800" b="1">
                <a:solidFill>
                  <a:srgbClr val="1E5D78"/>
                </a:solidFill>
              </a:defRPr>
            </a:lvl2pPr>
            <a:lvl3pPr algn="ctr">
              <a:defRPr sz="7800" b="1">
                <a:solidFill>
                  <a:srgbClr val="1E5D78"/>
                </a:solidFill>
              </a:defRPr>
            </a:lvl3pPr>
            <a:lvl4pPr algn="ctr">
              <a:defRPr sz="7800" b="1">
                <a:solidFill>
                  <a:srgbClr val="1E5D78"/>
                </a:solidFill>
              </a:defRPr>
            </a:lvl4pPr>
            <a:lvl5pPr algn="ctr">
              <a:defRPr sz="7800" b="1">
                <a:solidFill>
                  <a:srgbClr val="1E5D78"/>
                </a:solidFill>
              </a:defRPr>
            </a:lvl5pPr>
            <a:lvl6pPr algn="ctr">
              <a:defRPr sz="7800" b="1">
                <a:solidFill>
                  <a:srgbClr val="1E5D78"/>
                </a:solidFill>
              </a:defRPr>
            </a:lvl6pPr>
            <a:lvl7pPr algn="ctr">
              <a:defRPr sz="7800" b="1">
                <a:solidFill>
                  <a:srgbClr val="1E5D78"/>
                </a:solidFill>
              </a:defRPr>
            </a:lvl7pPr>
            <a:lvl8pPr algn="ctr">
              <a:defRPr sz="7800" b="1">
                <a:solidFill>
                  <a:srgbClr val="1E5D78"/>
                </a:solidFill>
              </a:defRPr>
            </a:lvl8pPr>
            <a:lvl9pPr algn="ctr">
              <a:defRPr sz="7800" b="1">
                <a:solidFill>
                  <a:srgbClr val="1E5D78"/>
                </a:solidFill>
              </a:defRPr>
            </a:lvl9pPr>
          </a:lstStyle>
          <a:p xmlns:a="http://schemas.openxmlformats.org/drawingml/2006/main">
            <a:pPr algn="ctr">
              <a:defRPr sz="7800" b="1">
                <a:solidFill>
                  <a:srgbClr val="1E5D78"/>
                </a:solidFill>
              </a:defRPr>
            </a:pPr>
            <a:r>
              <a:rPr sz="7800" b="1">
                <a:solidFill>
                  <a:srgbClr val="1E5D78"/>
                </a:solidFill>
              </a:rPr>
              <a:t>200+</a:t>
            </a:r>
          </a:p>
        </p:txBody>
      </p:sp>
      <p:sp>
        <p:nvSpPr>
          <p:cNvPr id="6" name="">
            <a:extLst xmlns:a="http://schemas.openxmlformats.org/drawingml/2006/main">
              <a:ext uri="{FF2B5EF4-FFF2-40B4-BE49-F238E27FC236}">
                <a16:creationId xmlns:a16="http://schemas.microsoft.com/office/drawing/2014/main" id="{7668FCE8-B7AE-4F0C-8228-2C237728580C}"/>
              </a:ext>
            </a:extLst>
          </p:cNvPr>
          <p:cNvSpPr>
            <a:spLocks xmlns:a="http://schemas.openxmlformats.org/drawingml/2006/main" noGrp="1"/>
          </p:cNvSpPr>
          <p:nvPr/>
        </p:nvSpPr>
        <p:spPr>
          <a:xfrm xmlns:a="http://schemas.openxmlformats.org/drawingml/2006/main">
            <a:off x="781050" y="3162300"/>
            <a:ext cx="4095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100" b="1">
                <a:solidFill>
                  <a:srgbClr val="203247"/>
                </a:solidFill>
              </a:defRPr>
            </a:defPPr>
            <a:lvl1pPr algn="ctr">
              <a:defRPr sz="2100" b="1">
                <a:solidFill>
                  <a:srgbClr val="203247"/>
                </a:solidFill>
              </a:defRPr>
            </a:lvl1pPr>
            <a:lvl2pPr algn="ctr">
              <a:defRPr sz="2100" b="1">
                <a:solidFill>
                  <a:srgbClr val="203247"/>
                </a:solidFill>
              </a:defRPr>
            </a:lvl2pPr>
            <a:lvl3pPr algn="ctr">
              <a:defRPr sz="2100" b="1">
                <a:solidFill>
                  <a:srgbClr val="203247"/>
                </a:solidFill>
              </a:defRPr>
            </a:lvl3pPr>
            <a:lvl4pPr algn="ctr">
              <a:defRPr sz="2100" b="1">
                <a:solidFill>
                  <a:srgbClr val="203247"/>
                </a:solidFill>
              </a:defRPr>
            </a:lvl4pPr>
            <a:lvl5pPr algn="ctr">
              <a:defRPr sz="2100" b="1">
                <a:solidFill>
                  <a:srgbClr val="203247"/>
                </a:solidFill>
              </a:defRPr>
            </a:lvl5pPr>
            <a:lvl6pPr algn="ctr">
              <a:defRPr sz="2100" b="1">
                <a:solidFill>
                  <a:srgbClr val="203247"/>
                </a:solidFill>
              </a:defRPr>
            </a:lvl6pPr>
            <a:lvl7pPr algn="ctr">
              <a:defRPr sz="2100" b="1">
                <a:solidFill>
                  <a:srgbClr val="203247"/>
                </a:solidFill>
              </a:defRPr>
            </a:lvl7pPr>
            <a:lvl8pPr algn="ctr">
              <a:defRPr sz="2100" b="1">
                <a:solidFill>
                  <a:srgbClr val="203247"/>
                </a:solidFill>
              </a:defRPr>
            </a:lvl8pPr>
            <a:lvl9pPr algn="ctr">
              <a:defRPr sz="2100" b="1">
                <a:solidFill>
                  <a:srgbClr val="203247"/>
                </a:solidFill>
              </a:defRPr>
            </a:lvl9pPr>
          </a:lstStyle>
          <a:p xmlns:a="http://schemas.openxmlformats.org/drawingml/2006/main">
            <a:pPr algn="ctr">
              <a:defRPr sz="2100" b="1">
                <a:solidFill>
                  <a:srgbClr val="203247"/>
                </a:solidFill>
              </a:defRPr>
            </a:pPr>
            <a:r>
              <a:rPr sz="2100" b="1">
                <a:solidFill>
                  <a:srgbClr val="203247"/>
                </a:solidFill>
              </a:rPr>
              <a:t>rooms belonging to</a:t>
            </a:r>
          </a:p>
          <a:p xmlns:a="http://schemas.openxmlformats.org/drawingml/2006/main">
            <a:pPr algn="ctr">
              <a:defRPr sz="2100" b="1">
                <a:solidFill>
                  <a:srgbClr val="203247"/>
                </a:solidFill>
              </a:defRPr>
            </a:pPr>
            <a:r>
              <a:rPr sz="2100" b="1">
                <a:solidFill>
                  <a:srgbClr val="203247"/>
                </a:solidFill>
              </a:rPr>
              <a:t>friends and family</a:t>
            </a:r>
          </a:p>
        </p:txBody>
      </p:sp>
      <p:sp>
        <p:nvSpPr>
          <p:cNvPr id="7" name="">
            <a:extLst xmlns:a="http://schemas.openxmlformats.org/drawingml/2006/main">
              <a:ext uri="{FF2B5EF4-FFF2-40B4-BE49-F238E27FC236}">
                <a16:creationId xmlns:a16="http://schemas.microsoft.com/office/drawing/2014/main" id="{3BF00650-7BAB-4359-B262-07D6ACEC4C25}"/>
              </a:ext>
            </a:extLst>
          </p:cNvPr>
          <p:cNvSpPr>
            <a:spLocks xmlns:a="http://schemas.openxmlformats.org/drawingml/2006/main" noGrp="1"/>
          </p:cNvSpPr>
          <p:nvPr/>
        </p:nvSpPr>
        <p:spPr>
          <a:xfrm xmlns:a="http://schemas.openxmlformats.org/drawingml/2006/main">
            <a:off x="5619750" y="1752600"/>
            <a:ext cx="19050" cy="3143250"/>
          </a:xfrm>
          <a:prstGeom xmlns:a="http://schemas.openxmlformats.org/drawingml/2006/main" prst="rect">
            <a:avLst/>
          </a:prstGeom>
          <a:solidFill xmlns:a="http://schemas.openxmlformats.org/drawingml/2006/main">
            <a:srgbClr val="D8D3C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7C5C608-F034-460A-B475-6B810E5F3DC1}"/>
              </a:ext>
            </a:extLst>
          </p:cNvPr>
          <p:cNvSpPr>
            <a:spLocks xmlns:a="http://schemas.openxmlformats.org/drawingml/2006/main" noGrp="1"/>
          </p:cNvSpPr>
          <p:nvPr/>
        </p:nvSpPr>
        <p:spPr>
          <a:xfrm xmlns:a="http://schemas.openxmlformats.org/drawingml/2006/main">
            <a:off x="6343650" y="1847850"/>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F7D68"/>
                </a:solidFill>
              </a:defRPr>
            </a:defPPr>
            <a:lvl1pPr algn="l">
              <a:defRPr sz="1425" b="1">
                <a:solidFill>
                  <a:srgbClr val="2F7D68"/>
                </a:solidFill>
              </a:defRPr>
            </a:lvl1pPr>
            <a:lvl2pPr algn="l">
              <a:defRPr sz="1425" b="1">
                <a:solidFill>
                  <a:srgbClr val="2F7D68"/>
                </a:solidFill>
              </a:defRPr>
            </a:lvl2pPr>
            <a:lvl3pPr algn="l">
              <a:defRPr sz="1425" b="1">
                <a:solidFill>
                  <a:srgbClr val="2F7D68"/>
                </a:solidFill>
              </a:defRPr>
            </a:lvl3pPr>
            <a:lvl4pPr algn="l">
              <a:defRPr sz="1425" b="1">
                <a:solidFill>
                  <a:srgbClr val="2F7D68"/>
                </a:solidFill>
              </a:defRPr>
            </a:lvl4pPr>
            <a:lvl5pPr algn="l">
              <a:defRPr sz="1425" b="1">
                <a:solidFill>
                  <a:srgbClr val="2F7D68"/>
                </a:solidFill>
              </a:defRPr>
            </a:lvl5pPr>
            <a:lvl6pPr algn="l">
              <a:defRPr sz="1425" b="1">
                <a:solidFill>
                  <a:srgbClr val="2F7D68"/>
                </a:solidFill>
              </a:defRPr>
            </a:lvl6pPr>
            <a:lvl7pPr algn="l">
              <a:defRPr sz="1425" b="1">
                <a:solidFill>
                  <a:srgbClr val="2F7D68"/>
                </a:solidFill>
              </a:defRPr>
            </a:lvl7pPr>
            <a:lvl8pPr algn="l">
              <a:defRPr sz="1425" b="1">
                <a:solidFill>
                  <a:srgbClr val="2F7D68"/>
                </a:solidFill>
              </a:defRPr>
            </a:lvl8pPr>
            <a:lvl9pPr algn="l">
              <a:defRPr sz="1425" b="1">
                <a:solidFill>
                  <a:srgbClr val="2F7D68"/>
                </a:solidFill>
              </a:defRPr>
            </a:lvl9pPr>
          </a:lstStyle>
          <a:p xmlns:a="http://schemas.openxmlformats.org/drawingml/2006/main">
            <a:pPr algn="l">
              <a:defRPr sz="1425" b="1">
                <a:solidFill>
                  <a:srgbClr val="2F7D68"/>
                </a:solidFill>
              </a:defRPr>
            </a:pPr>
            <a:r>
              <a:rPr sz="1425" b="1">
                <a:solidFill>
                  <a:srgbClr val="2F7D68"/>
                </a:solidFill>
              </a:rPr>
              <a:t>What I heard</a:t>
            </a:r>
          </a:p>
        </p:txBody>
      </p:sp>
      <p:sp>
        <p:nvSpPr>
          <p:cNvPr id="9" name="">
            <a:extLst xmlns:a="http://schemas.openxmlformats.org/drawingml/2006/main">
              <a:ext uri="{FF2B5EF4-FFF2-40B4-BE49-F238E27FC236}">
                <a16:creationId xmlns:a16="http://schemas.microsoft.com/office/drawing/2014/main" id="{017DF336-9222-4DBF-B198-D57199975720}"/>
              </a:ext>
            </a:extLst>
          </p:cNvPr>
          <p:cNvSpPr>
            <a:spLocks xmlns:a="http://schemas.openxmlformats.org/drawingml/2006/main" noGrp="1"/>
          </p:cNvSpPr>
          <p:nvPr/>
        </p:nvSpPr>
        <p:spPr>
          <a:xfrm xmlns:a="http://schemas.openxmlformats.org/drawingml/2006/main">
            <a:off x="6343650" y="2343150"/>
            <a:ext cx="4476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203247"/>
                </a:solidFill>
              </a:defRPr>
            </a:defPPr>
            <a:lvl1pPr algn="l">
              <a:defRPr sz="2175" b="1">
                <a:solidFill>
                  <a:srgbClr val="203247"/>
                </a:solidFill>
              </a:defRPr>
            </a:lvl1pPr>
            <a:lvl2pPr algn="l">
              <a:defRPr sz="2175" b="1">
                <a:solidFill>
                  <a:srgbClr val="203247"/>
                </a:solidFill>
              </a:defRPr>
            </a:lvl2pPr>
            <a:lvl3pPr algn="l">
              <a:defRPr sz="2175" b="1">
                <a:solidFill>
                  <a:srgbClr val="203247"/>
                </a:solidFill>
              </a:defRPr>
            </a:lvl3pPr>
            <a:lvl4pPr algn="l">
              <a:defRPr sz="2175" b="1">
                <a:solidFill>
                  <a:srgbClr val="203247"/>
                </a:solidFill>
              </a:defRPr>
            </a:lvl4pPr>
            <a:lvl5pPr algn="l">
              <a:defRPr sz="2175" b="1">
                <a:solidFill>
                  <a:srgbClr val="203247"/>
                </a:solidFill>
              </a:defRPr>
            </a:lvl5pPr>
            <a:lvl6pPr algn="l">
              <a:defRPr sz="2175" b="1">
                <a:solidFill>
                  <a:srgbClr val="203247"/>
                </a:solidFill>
              </a:defRPr>
            </a:lvl6pPr>
            <a:lvl7pPr algn="l">
              <a:defRPr sz="2175" b="1">
                <a:solidFill>
                  <a:srgbClr val="203247"/>
                </a:solidFill>
              </a:defRPr>
            </a:lvl7pPr>
            <a:lvl8pPr algn="l">
              <a:defRPr sz="2175" b="1">
                <a:solidFill>
                  <a:srgbClr val="203247"/>
                </a:solidFill>
              </a:defRPr>
            </a:lvl8pPr>
            <a:lvl9pPr algn="l">
              <a:defRPr sz="2175" b="1">
                <a:solidFill>
                  <a:srgbClr val="203247"/>
                </a:solidFill>
              </a:defRPr>
            </a:lvl9pPr>
          </a:lstStyle>
          <a:p xmlns:a="http://schemas.openxmlformats.org/drawingml/2006/main">
            <a:pPr algn="l">
              <a:defRPr sz="2175" b="1">
                <a:solidFill>
                  <a:srgbClr val="203247"/>
                </a:solidFill>
              </a:defRPr>
            </a:pPr>
            <a:r>
              <a:rPr sz="2175" b="1">
                <a:solidFill>
                  <a:srgbClr val="203247"/>
                </a:solidFill>
              </a:rPr>
              <a:t>The interface felt friendly, the results used simple language, and users suggested potential features.</a:t>
            </a:r>
          </a:p>
        </p:txBody>
      </p:sp>
      <p:sp>
        <p:nvSpPr>
          <p:cNvPr id="10" name="">
            <a:extLst xmlns:a="http://schemas.openxmlformats.org/drawingml/2006/main">
              <a:ext uri="{FF2B5EF4-FFF2-40B4-BE49-F238E27FC236}">
                <a16:creationId xmlns:a16="http://schemas.microsoft.com/office/drawing/2014/main" id="{B5B83EDB-83FE-4BF0-A124-2F5908AEAFF9}"/>
              </a:ext>
            </a:extLst>
          </p:cNvPr>
          <p:cNvSpPr>
            <a:spLocks xmlns:a="http://schemas.openxmlformats.org/drawingml/2006/main" noGrp="1"/>
          </p:cNvSpPr>
          <p:nvPr/>
        </p:nvSpPr>
        <p:spPr>
          <a:xfrm xmlns:a="http://schemas.openxmlformats.org/drawingml/2006/main">
            <a:off x="6343650" y="358140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C9793A"/>
                </a:solidFill>
              </a:defRPr>
            </a:defPPr>
            <a:lvl1pPr algn="l">
              <a:defRPr sz="1425" b="1">
                <a:solidFill>
                  <a:srgbClr val="C9793A"/>
                </a:solidFill>
              </a:defRPr>
            </a:lvl1pPr>
            <a:lvl2pPr algn="l">
              <a:defRPr sz="1425" b="1">
                <a:solidFill>
                  <a:srgbClr val="C9793A"/>
                </a:solidFill>
              </a:defRPr>
            </a:lvl2pPr>
            <a:lvl3pPr algn="l">
              <a:defRPr sz="1425" b="1">
                <a:solidFill>
                  <a:srgbClr val="C9793A"/>
                </a:solidFill>
              </a:defRPr>
            </a:lvl3pPr>
            <a:lvl4pPr algn="l">
              <a:defRPr sz="1425" b="1">
                <a:solidFill>
                  <a:srgbClr val="C9793A"/>
                </a:solidFill>
              </a:defRPr>
            </a:lvl4pPr>
            <a:lvl5pPr algn="l">
              <a:defRPr sz="1425" b="1">
                <a:solidFill>
                  <a:srgbClr val="C9793A"/>
                </a:solidFill>
              </a:defRPr>
            </a:lvl5pPr>
            <a:lvl6pPr algn="l">
              <a:defRPr sz="1425" b="1">
                <a:solidFill>
                  <a:srgbClr val="C9793A"/>
                </a:solidFill>
              </a:defRPr>
            </a:lvl6pPr>
            <a:lvl7pPr algn="l">
              <a:defRPr sz="1425" b="1">
                <a:solidFill>
                  <a:srgbClr val="C9793A"/>
                </a:solidFill>
              </a:defRPr>
            </a:lvl7pPr>
            <a:lvl8pPr algn="l">
              <a:defRPr sz="1425" b="1">
                <a:solidFill>
                  <a:srgbClr val="C9793A"/>
                </a:solidFill>
              </a:defRPr>
            </a:lvl8pPr>
            <a:lvl9pPr algn="l">
              <a:defRPr sz="1425" b="1">
                <a:solidFill>
                  <a:srgbClr val="C9793A"/>
                </a:solidFill>
              </a:defRPr>
            </a:lvl9pPr>
          </a:lstStyle>
          <a:p xmlns:a="http://schemas.openxmlformats.org/drawingml/2006/main">
            <a:pPr algn="l">
              <a:defRPr sz="1425" b="1">
                <a:solidFill>
                  <a:srgbClr val="C9793A"/>
                </a:solidFill>
              </a:defRPr>
            </a:pPr>
            <a:r>
              <a:rPr sz="1425" b="1">
                <a:solidFill>
                  <a:srgbClr val="C9793A"/>
                </a:solidFill>
              </a:rPr>
              <a:t>My goal</a:t>
            </a:r>
          </a:p>
        </p:txBody>
      </p:sp>
      <p:sp>
        <p:nvSpPr>
          <p:cNvPr id="11" name="">
            <a:extLst xmlns:a="http://schemas.openxmlformats.org/drawingml/2006/main">
              <a:ext uri="{FF2B5EF4-FFF2-40B4-BE49-F238E27FC236}">
                <a16:creationId xmlns:a16="http://schemas.microsoft.com/office/drawing/2014/main" id="{A97C9389-C129-4509-9408-F3DC651206F3}"/>
              </a:ext>
            </a:extLst>
          </p:cNvPr>
          <p:cNvSpPr>
            <a:spLocks xmlns:a="http://schemas.openxmlformats.org/drawingml/2006/main" noGrp="1"/>
          </p:cNvSpPr>
          <p:nvPr/>
        </p:nvSpPr>
        <p:spPr>
          <a:xfrm xmlns:a="http://schemas.openxmlformats.org/drawingml/2006/main">
            <a:off x="6343650" y="4057650"/>
            <a:ext cx="4476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1">
                <a:solidFill>
                  <a:srgbClr val="203247"/>
                </a:solidFill>
              </a:defRPr>
            </a:defPPr>
            <a:lvl1pPr algn="l">
              <a:defRPr sz="1950" b="1">
                <a:solidFill>
                  <a:srgbClr val="203247"/>
                </a:solidFill>
              </a:defRPr>
            </a:lvl1pPr>
            <a:lvl2pPr algn="l">
              <a:defRPr sz="1950" b="1">
                <a:solidFill>
                  <a:srgbClr val="203247"/>
                </a:solidFill>
              </a:defRPr>
            </a:lvl2pPr>
            <a:lvl3pPr algn="l">
              <a:defRPr sz="1950" b="1">
                <a:solidFill>
                  <a:srgbClr val="203247"/>
                </a:solidFill>
              </a:defRPr>
            </a:lvl3pPr>
            <a:lvl4pPr algn="l">
              <a:defRPr sz="1950" b="1">
                <a:solidFill>
                  <a:srgbClr val="203247"/>
                </a:solidFill>
              </a:defRPr>
            </a:lvl4pPr>
            <a:lvl5pPr algn="l">
              <a:defRPr sz="1950" b="1">
                <a:solidFill>
                  <a:srgbClr val="203247"/>
                </a:solidFill>
              </a:defRPr>
            </a:lvl5pPr>
            <a:lvl6pPr algn="l">
              <a:defRPr sz="1950" b="1">
                <a:solidFill>
                  <a:srgbClr val="203247"/>
                </a:solidFill>
              </a:defRPr>
            </a:lvl6pPr>
            <a:lvl7pPr algn="l">
              <a:defRPr sz="1950" b="1">
                <a:solidFill>
                  <a:srgbClr val="203247"/>
                </a:solidFill>
              </a:defRPr>
            </a:lvl7pPr>
            <a:lvl8pPr algn="l">
              <a:defRPr sz="1950" b="1">
                <a:solidFill>
                  <a:srgbClr val="203247"/>
                </a:solidFill>
              </a:defRPr>
            </a:lvl8pPr>
            <a:lvl9pPr algn="l">
              <a:defRPr sz="1950" b="1">
                <a:solidFill>
                  <a:srgbClr val="203247"/>
                </a:solidFill>
              </a:defRPr>
            </a:lvl9pPr>
          </a:lstStyle>
          <a:p xmlns:a="http://schemas.openxmlformats.org/drawingml/2006/main">
            <a:pPr algn="l">
              <a:defRPr sz="1950" b="1">
                <a:solidFill>
                  <a:srgbClr val="203247"/>
                </a:solidFill>
              </a:defRPr>
            </a:pPr>
            <a:r>
              <a:rPr sz="1950" b="1">
                <a:solidFill>
                  <a:srgbClr val="203247"/>
                </a:solidFill>
              </a:rPr>
              <a:t>Help make falls less of a common fear for older adults and their families.</a:t>
            </a:r>
          </a:p>
        </p:txBody>
      </p:sp>
      <p:sp>
        <p:nvSpPr>
          <p:cNvPr id="12" name="">
            <a:extLst xmlns:a="http://schemas.openxmlformats.org/drawingml/2006/main">
              <a:ext uri="{FF2B5EF4-FFF2-40B4-BE49-F238E27FC236}">
                <a16:creationId xmlns:a16="http://schemas.microsoft.com/office/drawing/2014/main" id="{CE960166-F77E-4628-B1D4-1F9D737FB222}"/>
              </a:ext>
            </a:extLst>
          </p:cNvPr>
          <p:cNvSpPr>
            <a:spLocks xmlns:a="http://schemas.openxmlformats.org/drawingml/2006/main" noGrp="1"/>
          </p:cNvSpPr>
          <p:nvPr/>
        </p:nvSpPr>
        <p:spPr>
          <a:xfrm xmlns:a="http://schemas.openxmlformats.org/drawingml/2006/main">
            <a:off x="628650" y="5391150"/>
            <a:ext cx="8286750" cy="628650"/>
          </a:xfrm>
          <a:prstGeom xmlns:a="http://schemas.openxmlformats.org/drawingml/2006/main" prst="roundRect">
            <a:avLst>
              <a:gd name="adj" fmla="val 12121"/>
            </a:avLst>
          </a:prstGeom>
          <a:solidFill xmlns:a="http://schemas.openxmlformats.org/drawingml/2006/main">
            <a:srgbClr val="E3EEF1"/>
          </a:solidFill>
          <a:ln xmlns:a="http://schemas.openxmlformats.org/drawingml/2006/main" w="9525">
            <a:solidFill>
              <a:srgbClr val="1E5D78"/>
            </a:solidFill>
            <a:prstDash val="solid"/>
          </a:ln>
        </p:spPr>
      </p:sp>
      <p:sp>
        <p:nvSpPr>
          <p:cNvPr id="13" name="">
            <a:extLst xmlns:a="http://schemas.openxmlformats.org/drawingml/2006/main">
              <a:ext uri="{FF2B5EF4-FFF2-40B4-BE49-F238E27FC236}">
                <a16:creationId xmlns:a16="http://schemas.microsoft.com/office/drawing/2014/main" id="{7C9078E1-AC5F-4809-BFE3-1211EE2FF129}"/>
              </a:ext>
            </a:extLst>
          </p:cNvPr>
          <p:cNvSpPr>
            <a:spLocks xmlns:a="http://schemas.openxmlformats.org/drawingml/2006/main" noGrp="1"/>
          </p:cNvSpPr>
          <p:nvPr/>
        </p:nvSpPr>
        <p:spPr>
          <a:xfrm xmlns:a="http://schemas.openxmlformats.org/drawingml/2006/main">
            <a:off x="838200" y="5505450"/>
            <a:ext cx="7867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203247"/>
                </a:solidFill>
              </a:defRPr>
            </a:defPPr>
            <a:lvl1pPr algn="ctr">
              <a:defRPr sz="1350" b="1">
                <a:solidFill>
                  <a:srgbClr val="203247"/>
                </a:solidFill>
              </a:defRPr>
            </a:lvl1pPr>
            <a:lvl2pPr algn="ctr">
              <a:defRPr sz="1350" b="1">
                <a:solidFill>
                  <a:srgbClr val="203247"/>
                </a:solidFill>
              </a:defRPr>
            </a:lvl2pPr>
            <a:lvl3pPr algn="ctr">
              <a:defRPr sz="1350" b="1">
                <a:solidFill>
                  <a:srgbClr val="203247"/>
                </a:solidFill>
              </a:defRPr>
            </a:lvl3pPr>
            <a:lvl4pPr algn="ctr">
              <a:defRPr sz="1350" b="1">
                <a:solidFill>
                  <a:srgbClr val="203247"/>
                </a:solidFill>
              </a:defRPr>
            </a:lvl4pPr>
            <a:lvl5pPr algn="ctr">
              <a:defRPr sz="1350" b="1">
                <a:solidFill>
                  <a:srgbClr val="203247"/>
                </a:solidFill>
              </a:defRPr>
            </a:lvl5pPr>
            <a:lvl6pPr algn="ctr">
              <a:defRPr sz="1350" b="1">
                <a:solidFill>
                  <a:srgbClr val="203247"/>
                </a:solidFill>
              </a:defRPr>
            </a:lvl6pPr>
            <a:lvl7pPr algn="ctr">
              <a:defRPr sz="1350" b="1">
                <a:solidFill>
                  <a:srgbClr val="203247"/>
                </a:solidFill>
              </a:defRPr>
            </a:lvl7pPr>
            <a:lvl8pPr algn="ctr">
              <a:defRPr sz="1350" b="1">
                <a:solidFill>
                  <a:srgbClr val="203247"/>
                </a:solidFill>
              </a:defRPr>
            </a:lvl8pPr>
            <a:lvl9pPr algn="ctr">
              <a:defRPr sz="1350" b="1">
                <a:solidFill>
                  <a:srgbClr val="203247"/>
                </a:solidFill>
              </a:defRPr>
            </a:lvl9pPr>
          </a:lstStyle>
          <a:p xmlns:a="http://schemas.openxmlformats.org/drawingml/2006/main">
            <a:pPr algn="ctr">
              <a:defRPr sz="1350" b="1">
                <a:solidFill>
                  <a:srgbClr val="203247"/>
                </a:solidFill>
              </a:defRPr>
            </a:pPr>
            <a:r>
              <a:rPr sz="1350" b="1">
                <a:solidFill>
                  <a:srgbClr val="203247"/>
                </a:solidFill>
              </a:rPr>
              <a:t>AI can still miss small details. SafeHome AI keeps human review part of every result.</a:t>
            </a:r>
          </a:p>
        </p:txBody>
      </p:sp>
      <p:pic>
        <p:nvPicPr>
          <p:cNvPr id="14" name="">
            <a:extLst xmlns:a="http://schemas.openxmlformats.org/drawingml/2006/main">
              <a:ext uri="{FF2B5EF4-FFF2-40B4-BE49-F238E27FC236}">
                <a16:creationId xmlns:a16="http://schemas.microsoft.com/office/drawing/2014/main" id="{A4737DEC-8693-491E-B00C-46CCD833753F}"/>
              </a:ext>
            </a:extLst>
          </p:cNvPr>
          <p:cNvPicPr>
            <a:picLocks xmlns:a="http://schemas.openxmlformats.org/drawingml/2006/main" noChangeAspect="1"/>
          </p:cNvPicPr>
          <p:nvPr/>
        </p:nvPicPr>
        <p:blipFill>
          <a:blip xmlns:r="http://schemas.openxmlformats.org/officeDocument/2006/relationships" xmlns:a="http://schemas.openxmlformats.org/drawingml/2006/main" r:embed="Ra15d736d96614f04"/>
          <a:stretch xmlns:a="http://schemas.openxmlformats.org/drawingml/2006/main"/>
        </p:blipFill>
        <p:spPr>
          <a:xfrm xmlns:a="http://schemas.openxmlformats.org/drawingml/2006/main">
            <a:off x="9791700" y="5143500"/>
            <a:ext cx="1028700" cy="10287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9BB717FE-5B23-4A0D-AB62-5BD5390A6B8C}"/>
              </a:ext>
            </a:extLst>
          </p:cNvPr>
          <p:cNvSpPr>
            <a:spLocks xmlns:a="http://schemas.openxmlformats.org/drawingml/2006/main" noGrp="1"/>
          </p:cNvSpPr>
          <p:nvPr/>
        </p:nvSpPr>
        <p:spPr>
          <a:xfrm xmlns:a="http://schemas.openxmlformats.org/drawingml/2006/main">
            <a:off x="9353550" y="6191250"/>
            <a:ext cx="1885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900" b="1">
                <a:solidFill>
                  <a:srgbClr val="1E5D78"/>
                </a:solidFill>
              </a:defRPr>
            </a:defPPr>
            <a:lvl1pPr algn="ctr">
              <a:defRPr sz="900" b="1">
                <a:solidFill>
                  <a:srgbClr val="1E5D78"/>
                </a:solidFill>
              </a:defRPr>
            </a:lvl1pPr>
            <a:lvl2pPr algn="ctr">
              <a:defRPr sz="900" b="1">
                <a:solidFill>
                  <a:srgbClr val="1E5D78"/>
                </a:solidFill>
              </a:defRPr>
            </a:lvl2pPr>
            <a:lvl3pPr algn="ctr">
              <a:defRPr sz="900" b="1">
                <a:solidFill>
                  <a:srgbClr val="1E5D78"/>
                </a:solidFill>
              </a:defRPr>
            </a:lvl3pPr>
            <a:lvl4pPr algn="ctr">
              <a:defRPr sz="900" b="1">
                <a:solidFill>
                  <a:srgbClr val="1E5D78"/>
                </a:solidFill>
              </a:defRPr>
            </a:lvl4pPr>
            <a:lvl5pPr algn="ctr">
              <a:defRPr sz="900" b="1">
                <a:solidFill>
                  <a:srgbClr val="1E5D78"/>
                </a:solidFill>
              </a:defRPr>
            </a:lvl5pPr>
            <a:lvl6pPr algn="ctr">
              <a:defRPr sz="900" b="1">
                <a:solidFill>
                  <a:srgbClr val="1E5D78"/>
                </a:solidFill>
              </a:defRPr>
            </a:lvl6pPr>
            <a:lvl7pPr algn="ctr">
              <a:defRPr sz="900" b="1">
                <a:solidFill>
                  <a:srgbClr val="1E5D78"/>
                </a:solidFill>
              </a:defRPr>
            </a:lvl7pPr>
            <a:lvl8pPr algn="ctr">
              <a:defRPr sz="900" b="1">
                <a:solidFill>
                  <a:srgbClr val="1E5D78"/>
                </a:solidFill>
              </a:defRPr>
            </a:lvl8pPr>
            <a:lvl9pPr algn="ctr">
              <a:defRPr sz="900" b="1">
                <a:solidFill>
                  <a:srgbClr val="1E5D78"/>
                </a:solidFill>
              </a:defRPr>
            </a:lvl9pPr>
          </a:lstStyle>
          <a:p xmlns:a="http://schemas.openxmlformats.org/drawingml/2006/main">
            <a:pPr algn="ctr">
              <a:defRPr sz="900" b="1">
                <a:solidFill>
                  <a:srgbClr val="1E5D78"/>
                </a:solidFill>
              </a:defRPr>
            </a:pPr>
            <a:r>
              <a:rPr sz="900" b="1">
                <a:solidFill>
                  <a:srgbClr val="1E5D78"/>
                </a:solidFill>
              </a:rPr>
              <a:t>TRY THE APP</a:t>
            </a:r>
          </a:p>
        </p:txBody>
      </p:sp>
    </p:spTree>
    <p:extLst>
      <p:ext uri="{BB962C8B-B14F-4D97-AF65-F5344CB8AC3E}">
        <p14:creationId xmlns:p14="http://schemas.microsoft.com/office/powerpoint/2010/main" val="20306761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2026-10-17T19:35:09.2480000Z</dcterms:created>
  <dcterms:modified xsi:type="dcterms:W3CDTF">2026-10-17T19:35:09.2490000Z</dcterms:modified>
</coreProperties>
</file>